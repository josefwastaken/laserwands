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lternate Gothic No3" charset="1" panose="020B0505020902050204"/>
      <p:regular r:id="rId18"/>
    </p:embeddedFont>
    <p:embeddedFont>
      <p:font typeface="Horizon" charset="1" panose="02000500000000000000"/>
      <p:regular r:id="rId19"/>
    </p:embeddedFont>
    <p:embeddedFont>
      <p:font typeface="DM Sans Bold" charset="1" panose="00000000000000000000"/>
      <p:regular r:id="rId20"/>
    </p:embeddedFont>
    <p:embeddedFont>
      <p:font typeface="DM Sans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75313" y="-441650"/>
            <a:ext cx="8594883" cy="8229600"/>
          </a:xfrm>
          <a:custGeom>
            <a:avLst/>
            <a:gdLst/>
            <a:ahLst/>
            <a:cxnLst/>
            <a:rect r="r" b="b" t="t" l="l"/>
            <a:pathLst>
              <a:path h="8229600" w="8594883">
                <a:moveTo>
                  <a:pt x="0" y="0"/>
                </a:moveTo>
                <a:lnTo>
                  <a:pt x="8594882" y="0"/>
                </a:lnTo>
                <a:lnTo>
                  <a:pt x="8594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47936" y="457171"/>
            <a:ext cx="3597471" cy="3444579"/>
          </a:xfrm>
          <a:custGeom>
            <a:avLst/>
            <a:gdLst/>
            <a:ahLst/>
            <a:cxnLst/>
            <a:rect r="r" b="b" t="t" l="l"/>
            <a:pathLst>
              <a:path h="3444579" w="3597471">
                <a:moveTo>
                  <a:pt x="0" y="0"/>
                </a:moveTo>
                <a:lnTo>
                  <a:pt x="3597471" y="0"/>
                </a:lnTo>
                <a:lnTo>
                  <a:pt x="3597471" y="3444579"/>
                </a:lnTo>
                <a:lnTo>
                  <a:pt x="0" y="3444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46731" y="2842845"/>
            <a:ext cx="8872884" cy="8229600"/>
          </a:xfrm>
          <a:custGeom>
            <a:avLst/>
            <a:gdLst/>
            <a:ahLst/>
            <a:cxnLst/>
            <a:rect r="r" b="b" t="t" l="l"/>
            <a:pathLst>
              <a:path h="8229600" w="8872884">
                <a:moveTo>
                  <a:pt x="0" y="0"/>
                </a:moveTo>
                <a:lnTo>
                  <a:pt x="8872884" y="0"/>
                </a:lnTo>
                <a:lnTo>
                  <a:pt x="88728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85986" y="2198441"/>
            <a:ext cx="8872884" cy="8229600"/>
          </a:xfrm>
          <a:custGeom>
            <a:avLst/>
            <a:gdLst/>
            <a:ahLst/>
            <a:cxnLst/>
            <a:rect r="r" b="b" t="t" l="l"/>
            <a:pathLst>
              <a:path h="8229600" w="8872884">
                <a:moveTo>
                  <a:pt x="0" y="0"/>
                </a:moveTo>
                <a:lnTo>
                  <a:pt x="8872884" y="0"/>
                </a:lnTo>
                <a:lnTo>
                  <a:pt x="88728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0" y="9386887"/>
            <a:ext cx="182880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3929325" y="4153728"/>
            <a:ext cx="10429350" cy="1895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18000">
                <a:solidFill>
                  <a:srgbClr val="FFFFFF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LASERWANDS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600811"/>
            <a:ext cx="5051668" cy="40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JOSEF STRACHOŇ, 3ITB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87655" y="9600811"/>
            <a:ext cx="5671645" cy="40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BC. VRATISLAV MEDŘICKÝ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60973" y="5934876"/>
            <a:ext cx="2966053" cy="87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Kouzla existují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46713" y="-258653"/>
            <a:ext cx="8594883" cy="8229600"/>
          </a:xfrm>
          <a:custGeom>
            <a:avLst/>
            <a:gdLst/>
            <a:ahLst/>
            <a:cxnLst/>
            <a:rect r="r" b="b" t="t" l="l"/>
            <a:pathLst>
              <a:path h="8229600" w="8594883">
                <a:moveTo>
                  <a:pt x="0" y="0"/>
                </a:moveTo>
                <a:lnTo>
                  <a:pt x="8594882" y="0"/>
                </a:lnTo>
                <a:lnTo>
                  <a:pt x="8594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54766" y="-1857716"/>
            <a:ext cx="7548481" cy="7001216"/>
          </a:xfrm>
          <a:custGeom>
            <a:avLst/>
            <a:gdLst/>
            <a:ahLst/>
            <a:cxnLst/>
            <a:rect r="r" b="b" t="t" l="l"/>
            <a:pathLst>
              <a:path h="7001216" w="7548481">
                <a:moveTo>
                  <a:pt x="0" y="0"/>
                </a:moveTo>
                <a:lnTo>
                  <a:pt x="7548481" y="0"/>
                </a:lnTo>
                <a:lnTo>
                  <a:pt x="7548481" y="7001216"/>
                </a:lnTo>
                <a:lnTo>
                  <a:pt x="0" y="7001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84014" y="476151"/>
            <a:ext cx="3597471" cy="3444579"/>
          </a:xfrm>
          <a:custGeom>
            <a:avLst/>
            <a:gdLst/>
            <a:ahLst/>
            <a:cxnLst/>
            <a:rect r="r" b="b" t="t" l="l"/>
            <a:pathLst>
              <a:path h="3444579" w="3597471">
                <a:moveTo>
                  <a:pt x="0" y="0"/>
                </a:moveTo>
                <a:lnTo>
                  <a:pt x="3597472" y="0"/>
                </a:lnTo>
                <a:lnTo>
                  <a:pt x="3597472" y="3444579"/>
                </a:lnTo>
                <a:lnTo>
                  <a:pt x="0" y="3444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46731" y="2842845"/>
            <a:ext cx="8872884" cy="8229600"/>
          </a:xfrm>
          <a:custGeom>
            <a:avLst/>
            <a:gdLst/>
            <a:ahLst/>
            <a:cxnLst/>
            <a:rect r="r" b="b" t="t" l="l"/>
            <a:pathLst>
              <a:path h="8229600" w="8872884">
                <a:moveTo>
                  <a:pt x="0" y="0"/>
                </a:moveTo>
                <a:lnTo>
                  <a:pt x="8872884" y="0"/>
                </a:lnTo>
                <a:lnTo>
                  <a:pt x="88728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3310346"/>
            <a:ext cx="5368741" cy="5947954"/>
            <a:chOff x="0" y="0"/>
            <a:chExt cx="1413989" cy="15665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3989" cy="1566539"/>
            </a:xfrm>
            <a:custGeom>
              <a:avLst/>
              <a:gdLst/>
              <a:ahLst/>
              <a:cxnLst/>
              <a:rect r="r" b="b" t="t" l="l"/>
              <a:pathLst>
                <a:path h="1566539" w="1413989">
                  <a:moveTo>
                    <a:pt x="73544" y="0"/>
                  </a:moveTo>
                  <a:lnTo>
                    <a:pt x="1340446" y="0"/>
                  </a:lnTo>
                  <a:cubicBezTo>
                    <a:pt x="1359951" y="0"/>
                    <a:pt x="1378657" y="7748"/>
                    <a:pt x="1392449" y="21540"/>
                  </a:cubicBezTo>
                  <a:cubicBezTo>
                    <a:pt x="1406241" y="35333"/>
                    <a:pt x="1413989" y="54039"/>
                    <a:pt x="1413989" y="73544"/>
                  </a:cubicBezTo>
                  <a:lnTo>
                    <a:pt x="1413989" y="1492995"/>
                  </a:lnTo>
                  <a:cubicBezTo>
                    <a:pt x="1413989" y="1512500"/>
                    <a:pt x="1406241" y="1531207"/>
                    <a:pt x="1392449" y="1544999"/>
                  </a:cubicBezTo>
                  <a:cubicBezTo>
                    <a:pt x="1378657" y="1558791"/>
                    <a:pt x="1359951" y="1566539"/>
                    <a:pt x="1340446" y="1566539"/>
                  </a:cubicBezTo>
                  <a:lnTo>
                    <a:pt x="73544" y="1566539"/>
                  </a:lnTo>
                  <a:cubicBezTo>
                    <a:pt x="54039" y="1566539"/>
                    <a:pt x="35333" y="1558791"/>
                    <a:pt x="21540" y="1544999"/>
                  </a:cubicBezTo>
                  <a:cubicBezTo>
                    <a:pt x="7748" y="1531207"/>
                    <a:pt x="0" y="1512500"/>
                    <a:pt x="0" y="1492995"/>
                  </a:cubicBezTo>
                  <a:lnTo>
                    <a:pt x="0" y="73544"/>
                  </a:lnTo>
                  <a:cubicBezTo>
                    <a:pt x="0" y="54039"/>
                    <a:pt x="7748" y="35333"/>
                    <a:pt x="21540" y="21540"/>
                  </a:cubicBezTo>
                  <a:cubicBezTo>
                    <a:pt x="35333" y="7748"/>
                    <a:pt x="54039" y="0"/>
                    <a:pt x="735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13989" cy="1614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88474" y="3310346"/>
            <a:ext cx="5368741" cy="5947954"/>
            <a:chOff x="0" y="0"/>
            <a:chExt cx="1413989" cy="15665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3989" cy="1566539"/>
            </a:xfrm>
            <a:custGeom>
              <a:avLst/>
              <a:gdLst/>
              <a:ahLst/>
              <a:cxnLst/>
              <a:rect r="r" b="b" t="t" l="l"/>
              <a:pathLst>
                <a:path h="1566539" w="1413989">
                  <a:moveTo>
                    <a:pt x="73544" y="0"/>
                  </a:moveTo>
                  <a:lnTo>
                    <a:pt x="1340446" y="0"/>
                  </a:lnTo>
                  <a:cubicBezTo>
                    <a:pt x="1359951" y="0"/>
                    <a:pt x="1378657" y="7748"/>
                    <a:pt x="1392449" y="21540"/>
                  </a:cubicBezTo>
                  <a:cubicBezTo>
                    <a:pt x="1406241" y="35333"/>
                    <a:pt x="1413989" y="54039"/>
                    <a:pt x="1413989" y="73544"/>
                  </a:cubicBezTo>
                  <a:lnTo>
                    <a:pt x="1413989" y="1492995"/>
                  </a:lnTo>
                  <a:cubicBezTo>
                    <a:pt x="1413989" y="1512500"/>
                    <a:pt x="1406241" y="1531207"/>
                    <a:pt x="1392449" y="1544999"/>
                  </a:cubicBezTo>
                  <a:cubicBezTo>
                    <a:pt x="1378657" y="1558791"/>
                    <a:pt x="1359951" y="1566539"/>
                    <a:pt x="1340446" y="1566539"/>
                  </a:cubicBezTo>
                  <a:lnTo>
                    <a:pt x="73544" y="1566539"/>
                  </a:lnTo>
                  <a:cubicBezTo>
                    <a:pt x="54039" y="1566539"/>
                    <a:pt x="35333" y="1558791"/>
                    <a:pt x="21540" y="1544999"/>
                  </a:cubicBezTo>
                  <a:cubicBezTo>
                    <a:pt x="7748" y="1531207"/>
                    <a:pt x="0" y="1512500"/>
                    <a:pt x="0" y="1492995"/>
                  </a:cubicBezTo>
                  <a:lnTo>
                    <a:pt x="0" y="73544"/>
                  </a:lnTo>
                  <a:cubicBezTo>
                    <a:pt x="0" y="54039"/>
                    <a:pt x="7748" y="35333"/>
                    <a:pt x="21540" y="21540"/>
                  </a:cubicBezTo>
                  <a:cubicBezTo>
                    <a:pt x="35333" y="7748"/>
                    <a:pt x="54039" y="0"/>
                    <a:pt x="735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413989" cy="1614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748249" y="3310346"/>
            <a:ext cx="5992350" cy="5947954"/>
            <a:chOff x="0" y="0"/>
            <a:chExt cx="1578232" cy="15665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78232" cy="1566539"/>
            </a:xfrm>
            <a:custGeom>
              <a:avLst/>
              <a:gdLst/>
              <a:ahLst/>
              <a:cxnLst/>
              <a:rect r="r" b="b" t="t" l="l"/>
              <a:pathLst>
                <a:path h="1566539" w="1578232">
                  <a:moveTo>
                    <a:pt x="32299" y="0"/>
                  </a:moveTo>
                  <a:lnTo>
                    <a:pt x="1545933" y="0"/>
                  </a:lnTo>
                  <a:cubicBezTo>
                    <a:pt x="1563771" y="0"/>
                    <a:pt x="1578232" y="14461"/>
                    <a:pt x="1578232" y="32299"/>
                  </a:cubicBezTo>
                  <a:lnTo>
                    <a:pt x="1578232" y="1534240"/>
                  </a:lnTo>
                  <a:cubicBezTo>
                    <a:pt x="1578232" y="1542806"/>
                    <a:pt x="1574829" y="1551022"/>
                    <a:pt x="1568772" y="1557079"/>
                  </a:cubicBezTo>
                  <a:cubicBezTo>
                    <a:pt x="1562715" y="1563136"/>
                    <a:pt x="1554499" y="1566539"/>
                    <a:pt x="1545933" y="1566539"/>
                  </a:cubicBezTo>
                  <a:lnTo>
                    <a:pt x="32299" y="1566539"/>
                  </a:lnTo>
                  <a:cubicBezTo>
                    <a:pt x="23733" y="1566539"/>
                    <a:pt x="15517" y="1563136"/>
                    <a:pt x="9460" y="1557079"/>
                  </a:cubicBezTo>
                  <a:cubicBezTo>
                    <a:pt x="3403" y="1551022"/>
                    <a:pt x="0" y="1542806"/>
                    <a:pt x="0" y="1534240"/>
                  </a:cubicBezTo>
                  <a:lnTo>
                    <a:pt x="0" y="32299"/>
                  </a:lnTo>
                  <a:cubicBezTo>
                    <a:pt x="0" y="23733"/>
                    <a:pt x="3403" y="15517"/>
                    <a:pt x="9460" y="9460"/>
                  </a:cubicBezTo>
                  <a:cubicBezTo>
                    <a:pt x="15517" y="3403"/>
                    <a:pt x="23733" y="0"/>
                    <a:pt x="322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578232" cy="1614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73202" y="4798336"/>
            <a:ext cx="4879738" cy="2798959"/>
            <a:chOff x="0" y="0"/>
            <a:chExt cx="7981950" cy="45783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4"/>
              <a:stretch>
                <a:fillRect l="-10321" t="0" r="-10321" b="0"/>
              </a:stretch>
            </a:blip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7132976" y="4798336"/>
            <a:ext cx="4879738" cy="2798959"/>
            <a:chOff x="0" y="0"/>
            <a:chExt cx="7981950" cy="45783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5"/>
              <a:stretch>
                <a:fillRect l="0" t="-56523" r="0" b="-56523"/>
              </a:stretch>
            </a:blip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3045723" y="4798336"/>
            <a:ext cx="4879738" cy="2798959"/>
            <a:chOff x="0" y="0"/>
            <a:chExt cx="7981950" cy="45783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6"/>
              <a:stretch>
                <a:fillRect l="-83869" t="0" r="-83869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96076" y="1671467"/>
            <a:ext cx="14768151" cy="96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11"/>
              </a:lnSpc>
              <a:spcBef>
                <a:spcPct val="0"/>
              </a:spcBef>
            </a:pPr>
            <a:r>
              <a:rPr lang="en-US" sz="8799">
                <a:solidFill>
                  <a:srgbClr val="FFFFFF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STAV V POLOLETÍ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3299" y="3873105"/>
            <a:ext cx="4959543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Základní zapojení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093073" y="3873105"/>
            <a:ext cx="4959543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První</a:t>
            </a:r>
            <a:r>
              <a:rPr lang="en-US" b="true" sz="259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prototyp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005820" y="3873105"/>
            <a:ext cx="4959543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Plán dalšího </a:t>
            </a:r>
            <a:r>
              <a:rPr lang="en-US" b="true" sz="2599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vývoje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31060" y="7834942"/>
            <a:ext cx="3964020" cy="116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V pololetí bylo navrženo základní zapojení hůlky, které propojuje napájení, mikrokontrolér ESP32-C6 a pohybové senzory.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74554" y="7923322"/>
            <a:ext cx="3996583" cy="87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Bylo sestaveno první zapojení s ESP32-C6, senzory, laserem, LED signalizací a napájením.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369658" y="7923322"/>
            <a:ext cx="4231868" cy="87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Cílem další fáze bylo rozšířit prototyp, řešit UWB lokalizaci, návrh PCB a testovací prostředí Playground.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23865" y="-3512945"/>
            <a:ext cx="8168277" cy="7576077"/>
          </a:xfrm>
          <a:custGeom>
            <a:avLst/>
            <a:gdLst/>
            <a:ahLst/>
            <a:cxnLst/>
            <a:rect r="r" b="b" t="t" l="l"/>
            <a:pathLst>
              <a:path h="7576077" w="8168277">
                <a:moveTo>
                  <a:pt x="0" y="0"/>
                </a:moveTo>
                <a:lnTo>
                  <a:pt x="8168277" y="0"/>
                </a:lnTo>
                <a:lnTo>
                  <a:pt x="8168277" y="7576077"/>
                </a:lnTo>
                <a:lnTo>
                  <a:pt x="0" y="75760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100000">
            <a:off x="6703302" y="-2336969"/>
            <a:ext cx="4881397" cy="4673937"/>
          </a:xfrm>
          <a:custGeom>
            <a:avLst/>
            <a:gdLst/>
            <a:ahLst/>
            <a:cxnLst/>
            <a:rect r="r" b="b" t="t" l="l"/>
            <a:pathLst>
              <a:path h="4673937" w="4881397">
                <a:moveTo>
                  <a:pt x="0" y="0"/>
                </a:moveTo>
                <a:lnTo>
                  <a:pt x="4881396" y="0"/>
                </a:lnTo>
                <a:lnTo>
                  <a:pt x="4881396" y="4673938"/>
                </a:lnTo>
                <a:lnTo>
                  <a:pt x="0" y="46739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97259" y="3382367"/>
            <a:ext cx="8594883" cy="8229600"/>
          </a:xfrm>
          <a:custGeom>
            <a:avLst/>
            <a:gdLst/>
            <a:ahLst/>
            <a:cxnLst/>
            <a:rect r="r" b="b" t="t" l="l"/>
            <a:pathLst>
              <a:path h="8229600" w="8594883">
                <a:moveTo>
                  <a:pt x="0" y="0"/>
                </a:moveTo>
                <a:lnTo>
                  <a:pt x="8594883" y="0"/>
                </a:lnTo>
                <a:lnTo>
                  <a:pt x="859488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402598" y="1682223"/>
            <a:ext cx="8168277" cy="7576077"/>
          </a:xfrm>
          <a:custGeom>
            <a:avLst/>
            <a:gdLst/>
            <a:ahLst/>
            <a:cxnLst/>
            <a:rect r="r" b="b" t="t" l="l"/>
            <a:pathLst>
              <a:path h="7576077" w="8168277">
                <a:moveTo>
                  <a:pt x="0" y="0"/>
                </a:moveTo>
                <a:lnTo>
                  <a:pt x="8168277" y="0"/>
                </a:lnTo>
                <a:lnTo>
                  <a:pt x="8168277" y="7576077"/>
                </a:lnTo>
                <a:lnTo>
                  <a:pt x="0" y="75760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75162" y="3877328"/>
            <a:ext cx="8168277" cy="7576077"/>
          </a:xfrm>
          <a:custGeom>
            <a:avLst/>
            <a:gdLst/>
            <a:ahLst/>
            <a:cxnLst/>
            <a:rect r="r" b="b" t="t" l="l"/>
            <a:pathLst>
              <a:path h="7576077" w="8168277">
                <a:moveTo>
                  <a:pt x="0" y="0"/>
                </a:moveTo>
                <a:lnTo>
                  <a:pt x="8168276" y="0"/>
                </a:lnTo>
                <a:lnTo>
                  <a:pt x="8168276" y="7576077"/>
                </a:lnTo>
                <a:lnTo>
                  <a:pt x="0" y="75760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96076" y="5095875"/>
            <a:ext cx="12838348" cy="4162425"/>
            <a:chOff x="0" y="0"/>
            <a:chExt cx="3381293" cy="10962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81293" cy="1096276"/>
            </a:xfrm>
            <a:custGeom>
              <a:avLst/>
              <a:gdLst/>
              <a:ahLst/>
              <a:cxnLst/>
              <a:rect r="r" b="b" t="t" l="l"/>
              <a:pathLst>
                <a:path h="1096276" w="3381293">
                  <a:moveTo>
                    <a:pt x="15076" y="0"/>
                  </a:moveTo>
                  <a:lnTo>
                    <a:pt x="3366217" y="0"/>
                  </a:lnTo>
                  <a:cubicBezTo>
                    <a:pt x="3374544" y="0"/>
                    <a:pt x="3381293" y="6750"/>
                    <a:pt x="3381293" y="15076"/>
                  </a:cubicBezTo>
                  <a:lnTo>
                    <a:pt x="3381293" y="1081201"/>
                  </a:lnTo>
                  <a:cubicBezTo>
                    <a:pt x="3381293" y="1085199"/>
                    <a:pt x="3379705" y="1089034"/>
                    <a:pt x="3376878" y="1091861"/>
                  </a:cubicBezTo>
                  <a:cubicBezTo>
                    <a:pt x="3374050" y="1094688"/>
                    <a:pt x="3370216" y="1096276"/>
                    <a:pt x="3366217" y="1096276"/>
                  </a:cubicBezTo>
                  <a:lnTo>
                    <a:pt x="15076" y="1096276"/>
                  </a:lnTo>
                  <a:cubicBezTo>
                    <a:pt x="6750" y="1096276"/>
                    <a:pt x="0" y="1089527"/>
                    <a:pt x="0" y="1081201"/>
                  </a:cubicBezTo>
                  <a:lnTo>
                    <a:pt x="0" y="15076"/>
                  </a:lnTo>
                  <a:cubicBezTo>
                    <a:pt x="0" y="11077"/>
                    <a:pt x="1588" y="7243"/>
                    <a:pt x="4416" y="4416"/>
                  </a:cubicBezTo>
                  <a:cubicBezTo>
                    <a:pt x="7243" y="1588"/>
                    <a:pt x="11077" y="0"/>
                    <a:pt x="150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381293" cy="1143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96076" y="2025123"/>
            <a:ext cx="7173738" cy="161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2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CO SE ZMĚNILO V POLOLETÍ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8874170" y="449131"/>
            <a:ext cx="8883366" cy="5095391"/>
            <a:chOff x="0" y="0"/>
            <a:chExt cx="7981950" cy="45783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4"/>
              <a:stretch>
                <a:fillRect l="0" t="-27595" r="0" b="-2759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194951" y="6667148"/>
            <a:ext cx="3120902" cy="1215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Testovací prostředí pro ověřování herních mechanik, zásahů a funkcí systému bez dokončeného hardwaru.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94951" y="5458797"/>
            <a:ext cx="1106482" cy="72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92899" y="6667148"/>
            <a:ext cx="3120902" cy="1215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1600" strike="noStrike" u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ávrh vlastní desky plošných spojů v programu KiCad pro integraci všech komponent do jednoho zařízení.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92899" y="5458797"/>
            <a:ext cx="1106482" cy="72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90847" y="6667148"/>
            <a:ext cx="3120902" cy="1215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sz="1600" strike="noStrike" u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Vývoj a testování lokalizační infrastruktury využívající technologii UWB pro určování polohy hráčů.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90847" y="5458797"/>
            <a:ext cx="1106482" cy="72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90847" y="6133140"/>
            <a:ext cx="1957850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UWB KOTVY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92899" y="6133140"/>
            <a:ext cx="2095623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VLASTNÍ PCB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94951" y="6133140"/>
            <a:ext cx="2247003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PLAYGROUND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46713" y="-258653"/>
            <a:ext cx="8594883" cy="8229600"/>
          </a:xfrm>
          <a:custGeom>
            <a:avLst/>
            <a:gdLst/>
            <a:ahLst/>
            <a:cxnLst/>
            <a:rect r="r" b="b" t="t" l="l"/>
            <a:pathLst>
              <a:path h="8229600" w="8594883">
                <a:moveTo>
                  <a:pt x="0" y="0"/>
                </a:moveTo>
                <a:lnTo>
                  <a:pt x="8594882" y="0"/>
                </a:lnTo>
                <a:lnTo>
                  <a:pt x="8594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54766" y="-1857716"/>
            <a:ext cx="7548481" cy="7001216"/>
          </a:xfrm>
          <a:custGeom>
            <a:avLst/>
            <a:gdLst/>
            <a:ahLst/>
            <a:cxnLst/>
            <a:rect r="r" b="b" t="t" l="l"/>
            <a:pathLst>
              <a:path h="7001216" w="7548481">
                <a:moveTo>
                  <a:pt x="0" y="0"/>
                </a:moveTo>
                <a:lnTo>
                  <a:pt x="7548481" y="0"/>
                </a:lnTo>
                <a:lnTo>
                  <a:pt x="7548481" y="7001216"/>
                </a:lnTo>
                <a:lnTo>
                  <a:pt x="0" y="7001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84014" y="476151"/>
            <a:ext cx="3597471" cy="3444579"/>
          </a:xfrm>
          <a:custGeom>
            <a:avLst/>
            <a:gdLst/>
            <a:ahLst/>
            <a:cxnLst/>
            <a:rect r="r" b="b" t="t" l="l"/>
            <a:pathLst>
              <a:path h="3444579" w="3597471">
                <a:moveTo>
                  <a:pt x="0" y="0"/>
                </a:moveTo>
                <a:lnTo>
                  <a:pt x="3597472" y="0"/>
                </a:lnTo>
                <a:lnTo>
                  <a:pt x="3597472" y="3444579"/>
                </a:lnTo>
                <a:lnTo>
                  <a:pt x="0" y="3444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946731" y="2842845"/>
            <a:ext cx="8872884" cy="8229600"/>
          </a:xfrm>
          <a:custGeom>
            <a:avLst/>
            <a:gdLst/>
            <a:ahLst/>
            <a:cxnLst/>
            <a:rect r="r" b="b" t="t" l="l"/>
            <a:pathLst>
              <a:path h="8229600" w="8872884">
                <a:moveTo>
                  <a:pt x="0" y="0"/>
                </a:moveTo>
                <a:lnTo>
                  <a:pt x="8872884" y="0"/>
                </a:lnTo>
                <a:lnTo>
                  <a:pt x="88728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3310346"/>
            <a:ext cx="5368741" cy="5947954"/>
            <a:chOff x="0" y="0"/>
            <a:chExt cx="1413989" cy="15665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3989" cy="1566539"/>
            </a:xfrm>
            <a:custGeom>
              <a:avLst/>
              <a:gdLst/>
              <a:ahLst/>
              <a:cxnLst/>
              <a:rect r="r" b="b" t="t" l="l"/>
              <a:pathLst>
                <a:path h="1566539" w="1413989">
                  <a:moveTo>
                    <a:pt x="73544" y="0"/>
                  </a:moveTo>
                  <a:lnTo>
                    <a:pt x="1340446" y="0"/>
                  </a:lnTo>
                  <a:cubicBezTo>
                    <a:pt x="1359951" y="0"/>
                    <a:pt x="1378657" y="7748"/>
                    <a:pt x="1392449" y="21540"/>
                  </a:cubicBezTo>
                  <a:cubicBezTo>
                    <a:pt x="1406241" y="35333"/>
                    <a:pt x="1413989" y="54039"/>
                    <a:pt x="1413989" y="73544"/>
                  </a:cubicBezTo>
                  <a:lnTo>
                    <a:pt x="1413989" y="1492995"/>
                  </a:lnTo>
                  <a:cubicBezTo>
                    <a:pt x="1413989" y="1512500"/>
                    <a:pt x="1406241" y="1531207"/>
                    <a:pt x="1392449" y="1544999"/>
                  </a:cubicBezTo>
                  <a:cubicBezTo>
                    <a:pt x="1378657" y="1558791"/>
                    <a:pt x="1359951" y="1566539"/>
                    <a:pt x="1340446" y="1566539"/>
                  </a:cubicBezTo>
                  <a:lnTo>
                    <a:pt x="73544" y="1566539"/>
                  </a:lnTo>
                  <a:cubicBezTo>
                    <a:pt x="54039" y="1566539"/>
                    <a:pt x="35333" y="1558791"/>
                    <a:pt x="21540" y="1544999"/>
                  </a:cubicBezTo>
                  <a:cubicBezTo>
                    <a:pt x="7748" y="1531207"/>
                    <a:pt x="0" y="1512500"/>
                    <a:pt x="0" y="1492995"/>
                  </a:cubicBezTo>
                  <a:lnTo>
                    <a:pt x="0" y="73544"/>
                  </a:lnTo>
                  <a:cubicBezTo>
                    <a:pt x="0" y="54039"/>
                    <a:pt x="7748" y="35333"/>
                    <a:pt x="21540" y="21540"/>
                  </a:cubicBezTo>
                  <a:cubicBezTo>
                    <a:pt x="35333" y="7748"/>
                    <a:pt x="54039" y="0"/>
                    <a:pt x="735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13989" cy="1614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88474" y="3310346"/>
            <a:ext cx="5368741" cy="5947954"/>
            <a:chOff x="0" y="0"/>
            <a:chExt cx="1413989" cy="15665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3989" cy="1566539"/>
            </a:xfrm>
            <a:custGeom>
              <a:avLst/>
              <a:gdLst/>
              <a:ahLst/>
              <a:cxnLst/>
              <a:rect r="r" b="b" t="t" l="l"/>
              <a:pathLst>
                <a:path h="1566539" w="1413989">
                  <a:moveTo>
                    <a:pt x="73544" y="0"/>
                  </a:moveTo>
                  <a:lnTo>
                    <a:pt x="1340446" y="0"/>
                  </a:lnTo>
                  <a:cubicBezTo>
                    <a:pt x="1359951" y="0"/>
                    <a:pt x="1378657" y="7748"/>
                    <a:pt x="1392449" y="21540"/>
                  </a:cubicBezTo>
                  <a:cubicBezTo>
                    <a:pt x="1406241" y="35333"/>
                    <a:pt x="1413989" y="54039"/>
                    <a:pt x="1413989" y="73544"/>
                  </a:cubicBezTo>
                  <a:lnTo>
                    <a:pt x="1413989" y="1492995"/>
                  </a:lnTo>
                  <a:cubicBezTo>
                    <a:pt x="1413989" y="1512500"/>
                    <a:pt x="1406241" y="1531207"/>
                    <a:pt x="1392449" y="1544999"/>
                  </a:cubicBezTo>
                  <a:cubicBezTo>
                    <a:pt x="1378657" y="1558791"/>
                    <a:pt x="1359951" y="1566539"/>
                    <a:pt x="1340446" y="1566539"/>
                  </a:cubicBezTo>
                  <a:lnTo>
                    <a:pt x="73544" y="1566539"/>
                  </a:lnTo>
                  <a:cubicBezTo>
                    <a:pt x="54039" y="1566539"/>
                    <a:pt x="35333" y="1558791"/>
                    <a:pt x="21540" y="1544999"/>
                  </a:cubicBezTo>
                  <a:cubicBezTo>
                    <a:pt x="7748" y="1531207"/>
                    <a:pt x="0" y="1512500"/>
                    <a:pt x="0" y="1492995"/>
                  </a:cubicBezTo>
                  <a:lnTo>
                    <a:pt x="0" y="73544"/>
                  </a:lnTo>
                  <a:cubicBezTo>
                    <a:pt x="0" y="54039"/>
                    <a:pt x="7748" y="35333"/>
                    <a:pt x="21540" y="21540"/>
                  </a:cubicBezTo>
                  <a:cubicBezTo>
                    <a:pt x="35333" y="7748"/>
                    <a:pt x="54039" y="0"/>
                    <a:pt x="735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413989" cy="1614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748249" y="3310346"/>
            <a:ext cx="5992350" cy="5947954"/>
            <a:chOff x="0" y="0"/>
            <a:chExt cx="1578232" cy="15665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78232" cy="1566539"/>
            </a:xfrm>
            <a:custGeom>
              <a:avLst/>
              <a:gdLst/>
              <a:ahLst/>
              <a:cxnLst/>
              <a:rect r="r" b="b" t="t" l="l"/>
              <a:pathLst>
                <a:path h="1566539" w="1578232">
                  <a:moveTo>
                    <a:pt x="32299" y="0"/>
                  </a:moveTo>
                  <a:lnTo>
                    <a:pt x="1545933" y="0"/>
                  </a:lnTo>
                  <a:cubicBezTo>
                    <a:pt x="1563771" y="0"/>
                    <a:pt x="1578232" y="14461"/>
                    <a:pt x="1578232" y="32299"/>
                  </a:cubicBezTo>
                  <a:lnTo>
                    <a:pt x="1578232" y="1534240"/>
                  </a:lnTo>
                  <a:cubicBezTo>
                    <a:pt x="1578232" y="1542806"/>
                    <a:pt x="1574829" y="1551022"/>
                    <a:pt x="1568772" y="1557079"/>
                  </a:cubicBezTo>
                  <a:cubicBezTo>
                    <a:pt x="1562715" y="1563136"/>
                    <a:pt x="1554499" y="1566539"/>
                    <a:pt x="1545933" y="1566539"/>
                  </a:cubicBezTo>
                  <a:lnTo>
                    <a:pt x="32299" y="1566539"/>
                  </a:lnTo>
                  <a:cubicBezTo>
                    <a:pt x="23733" y="1566539"/>
                    <a:pt x="15517" y="1563136"/>
                    <a:pt x="9460" y="1557079"/>
                  </a:cubicBezTo>
                  <a:cubicBezTo>
                    <a:pt x="3403" y="1551022"/>
                    <a:pt x="0" y="1542806"/>
                    <a:pt x="0" y="1534240"/>
                  </a:cubicBezTo>
                  <a:lnTo>
                    <a:pt x="0" y="32299"/>
                  </a:lnTo>
                  <a:cubicBezTo>
                    <a:pt x="0" y="23733"/>
                    <a:pt x="3403" y="15517"/>
                    <a:pt x="9460" y="9460"/>
                  </a:cubicBezTo>
                  <a:cubicBezTo>
                    <a:pt x="15517" y="3403"/>
                    <a:pt x="23733" y="0"/>
                    <a:pt x="322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578232" cy="1614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73202" y="4798336"/>
            <a:ext cx="4879738" cy="2798959"/>
            <a:chOff x="0" y="0"/>
            <a:chExt cx="7981950" cy="45783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4"/>
              <a:stretch>
                <a:fillRect l="-5506" t="0" r="-5506" b="0"/>
              </a:stretch>
            </a:blip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7132976" y="4798336"/>
            <a:ext cx="4879738" cy="2798959"/>
            <a:chOff x="0" y="0"/>
            <a:chExt cx="7981950" cy="45783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5"/>
              <a:stretch>
                <a:fillRect l="-6512" t="-94483" r="-11537" b="-57019"/>
              </a:stretch>
            </a:blip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3045723" y="4798336"/>
            <a:ext cx="4879738" cy="2798959"/>
            <a:chOff x="0" y="0"/>
            <a:chExt cx="7981950" cy="45783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6"/>
              <a:stretch>
                <a:fillRect l="0" t="-67207" r="-21064" b="-90716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96076" y="1671467"/>
            <a:ext cx="14768151" cy="96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11"/>
              </a:lnSpc>
              <a:spcBef>
                <a:spcPct val="0"/>
              </a:spcBef>
            </a:pPr>
            <a:r>
              <a:rPr lang="en-US" sz="8799">
                <a:solidFill>
                  <a:srgbClr val="FFFFFF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UWB KOTVY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3299" y="3873105"/>
            <a:ext cx="4959543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Firmware kotev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093073" y="3873105"/>
            <a:ext cx="4959543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Diagnostika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005820" y="3873105"/>
            <a:ext cx="4959543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Integrace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31060" y="8036227"/>
            <a:ext cx="3964020" cy="57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Nahrání a testování firmware pro UWB infrastrukturu.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74554" y="8036227"/>
            <a:ext cx="3996583" cy="57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Řešení problémů s komunikací a nefunkčními moduly.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369658" y="7982553"/>
            <a:ext cx="4231868" cy="57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Příprava kotev pro budoucí propojení s herním systémem.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3966503" y="-3437559"/>
            <a:ext cx="9990407" cy="9266102"/>
          </a:xfrm>
          <a:custGeom>
            <a:avLst/>
            <a:gdLst/>
            <a:ahLst/>
            <a:cxnLst/>
            <a:rect r="r" b="b" t="t" l="l"/>
            <a:pathLst>
              <a:path h="9266102" w="9990407">
                <a:moveTo>
                  <a:pt x="0" y="0"/>
                </a:moveTo>
                <a:lnTo>
                  <a:pt x="9990406" y="0"/>
                </a:lnTo>
                <a:lnTo>
                  <a:pt x="9990406" y="9266102"/>
                </a:lnTo>
                <a:lnTo>
                  <a:pt x="0" y="926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637020">
            <a:off x="13393266" y="1048933"/>
            <a:ext cx="6857699" cy="6360516"/>
          </a:xfrm>
          <a:custGeom>
            <a:avLst/>
            <a:gdLst/>
            <a:ahLst/>
            <a:cxnLst/>
            <a:rect r="r" b="b" t="t" l="l"/>
            <a:pathLst>
              <a:path h="6360516" w="6857699">
                <a:moveTo>
                  <a:pt x="0" y="0"/>
                </a:moveTo>
                <a:lnTo>
                  <a:pt x="6857699" y="0"/>
                </a:lnTo>
                <a:lnTo>
                  <a:pt x="6857699" y="6360516"/>
                </a:lnTo>
                <a:lnTo>
                  <a:pt x="0" y="63605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03302" y="633318"/>
            <a:ext cx="4881397" cy="4673937"/>
          </a:xfrm>
          <a:custGeom>
            <a:avLst/>
            <a:gdLst/>
            <a:ahLst/>
            <a:cxnLst/>
            <a:rect r="r" b="b" t="t" l="l"/>
            <a:pathLst>
              <a:path h="4673937" w="4881397">
                <a:moveTo>
                  <a:pt x="0" y="0"/>
                </a:moveTo>
                <a:lnTo>
                  <a:pt x="4881396" y="0"/>
                </a:lnTo>
                <a:lnTo>
                  <a:pt x="4881396" y="4673937"/>
                </a:lnTo>
                <a:lnTo>
                  <a:pt x="0" y="4673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77903" y="4584363"/>
            <a:ext cx="4881397" cy="4673937"/>
          </a:xfrm>
          <a:custGeom>
            <a:avLst/>
            <a:gdLst/>
            <a:ahLst/>
            <a:cxnLst/>
            <a:rect r="r" b="b" t="t" l="l"/>
            <a:pathLst>
              <a:path h="4673937" w="4881397">
                <a:moveTo>
                  <a:pt x="0" y="0"/>
                </a:moveTo>
                <a:lnTo>
                  <a:pt x="4881397" y="0"/>
                </a:lnTo>
                <a:lnTo>
                  <a:pt x="4881397" y="4673937"/>
                </a:lnTo>
                <a:lnTo>
                  <a:pt x="0" y="4673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6023903" y="4958624"/>
            <a:ext cx="9990407" cy="9266102"/>
          </a:xfrm>
          <a:custGeom>
            <a:avLst/>
            <a:gdLst/>
            <a:ahLst/>
            <a:cxnLst/>
            <a:rect r="r" b="b" t="t" l="l"/>
            <a:pathLst>
              <a:path h="9266102" w="9990407">
                <a:moveTo>
                  <a:pt x="0" y="0"/>
                </a:moveTo>
                <a:lnTo>
                  <a:pt x="9990407" y="0"/>
                </a:lnTo>
                <a:lnTo>
                  <a:pt x="9990407" y="9266102"/>
                </a:lnTo>
                <a:lnTo>
                  <a:pt x="0" y="926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4102" y="3378321"/>
            <a:ext cx="8594883" cy="8229600"/>
          </a:xfrm>
          <a:custGeom>
            <a:avLst/>
            <a:gdLst/>
            <a:ahLst/>
            <a:cxnLst/>
            <a:rect r="r" b="b" t="t" l="l"/>
            <a:pathLst>
              <a:path h="8229600" w="8594883">
                <a:moveTo>
                  <a:pt x="0" y="0"/>
                </a:moveTo>
                <a:lnTo>
                  <a:pt x="8594883" y="0"/>
                </a:lnTo>
                <a:lnTo>
                  <a:pt x="859488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-5400000">
            <a:off x="5999536" y="1757550"/>
            <a:ext cx="6288014" cy="8713487"/>
            <a:chOff x="0" y="0"/>
            <a:chExt cx="4734560" cy="65608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6830" y="50800"/>
              <a:ext cx="4645660" cy="6473190"/>
            </a:xfrm>
            <a:custGeom>
              <a:avLst/>
              <a:gdLst/>
              <a:ahLst/>
              <a:cxnLst/>
              <a:rect r="r" b="b" t="t" l="l"/>
              <a:pathLst>
                <a:path h="6473190" w="4645660">
                  <a:moveTo>
                    <a:pt x="4368800" y="0"/>
                  </a:moveTo>
                  <a:lnTo>
                    <a:pt x="276860" y="0"/>
                  </a:lnTo>
                  <a:cubicBezTo>
                    <a:pt x="124460" y="0"/>
                    <a:pt x="0" y="123190"/>
                    <a:pt x="0" y="276860"/>
                  </a:cubicBezTo>
                  <a:lnTo>
                    <a:pt x="0" y="6196330"/>
                  </a:lnTo>
                  <a:cubicBezTo>
                    <a:pt x="0" y="6350000"/>
                    <a:pt x="124460" y="6473190"/>
                    <a:pt x="276860" y="6473190"/>
                  </a:cubicBezTo>
                  <a:lnTo>
                    <a:pt x="4368800" y="6473190"/>
                  </a:lnTo>
                  <a:cubicBezTo>
                    <a:pt x="4522470" y="6473190"/>
                    <a:pt x="4645660" y="6348730"/>
                    <a:pt x="4645660" y="6196330"/>
                  </a:cubicBezTo>
                  <a:lnTo>
                    <a:pt x="4645660" y="276860"/>
                  </a:lnTo>
                  <a:cubicBezTo>
                    <a:pt x="4645660" y="123190"/>
                    <a:pt x="4522470" y="0"/>
                    <a:pt x="4368800" y="0"/>
                  </a:cubicBezTo>
                  <a:close/>
                  <a:moveTo>
                    <a:pt x="4425950" y="6156960"/>
                  </a:moveTo>
                  <a:cubicBezTo>
                    <a:pt x="4425950" y="6212840"/>
                    <a:pt x="4380230" y="6258560"/>
                    <a:pt x="4324350" y="6258560"/>
                  </a:cubicBezTo>
                  <a:lnTo>
                    <a:pt x="321310" y="6258560"/>
                  </a:lnTo>
                  <a:cubicBezTo>
                    <a:pt x="265430" y="6258560"/>
                    <a:pt x="219710" y="6212840"/>
                    <a:pt x="219710" y="6156960"/>
                  </a:cubicBezTo>
                  <a:lnTo>
                    <a:pt x="219710" y="316230"/>
                  </a:lnTo>
                  <a:cubicBezTo>
                    <a:pt x="219710" y="260350"/>
                    <a:pt x="265430" y="214630"/>
                    <a:pt x="321310" y="214630"/>
                  </a:cubicBezTo>
                  <a:lnTo>
                    <a:pt x="4325620" y="214630"/>
                  </a:lnTo>
                  <a:cubicBezTo>
                    <a:pt x="4381500" y="214630"/>
                    <a:pt x="4427220" y="260350"/>
                    <a:pt x="4427220" y="316230"/>
                  </a:cubicBezTo>
                  <a:lnTo>
                    <a:pt x="4427220" y="61569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6511"/>
              <a:ext cx="4716780" cy="6544310"/>
            </a:xfrm>
            <a:custGeom>
              <a:avLst/>
              <a:gdLst/>
              <a:ahLst/>
              <a:cxnLst/>
              <a:rect r="r" b="b" t="t" l="l"/>
              <a:pathLst>
                <a:path h="6544310" w="4716780">
                  <a:moveTo>
                    <a:pt x="4395470" y="36829"/>
                  </a:moveTo>
                  <a:cubicBezTo>
                    <a:pt x="4552950" y="36829"/>
                    <a:pt x="4681220" y="165099"/>
                    <a:pt x="4681220" y="322579"/>
                  </a:cubicBezTo>
                  <a:lnTo>
                    <a:pt x="4681220" y="6222999"/>
                  </a:lnTo>
                  <a:cubicBezTo>
                    <a:pt x="4681220" y="6380479"/>
                    <a:pt x="4552950" y="6508750"/>
                    <a:pt x="4395470" y="6508750"/>
                  </a:cubicBezTo>
                  <a:lnTo>
                    <a:pt x="321310" y="6508750"/>
                  </a:lnTo>
                  <a:cubicBezTo>
                    <a:pt x="163830" y="6508750"/>
                    <a:pt x="35560" y="6380480"/>
                    <a:pt x="35560" y="6223000"/>
                  </a:cubicBezTo>
                  <a:lnTo>
                    <a:pt x="35560" y="322580"/>
                  </a:lnTo>
                  <a:cubicBezTo>
                    <a:pt x="35560" y="165100"/>
                    <a:pt x="163830" y="36830"/>
                    <a:pt x="321310" y="36830"/>
                  </a:cubicBezTo>
                  <a:lnTo>
                    <a:pt x="4395470" y="36830"/>
                  </a:lnTo>
                  <a:moveTo>
                    <a:pt x="4395470" y="0"/>
                  </a:moveTo>
                  <a:lnTo>
                    <a:pt x="321310" y="0"/>
                  </a:lnTo>
                  <a:cubicBezTo>
                    <a:pt x="143510" y="0"/>
                    <a:pt x="0" y="144780"/>
                    <a:pt x="0" y="322580"/>
                  </a:cubicBezTo>
                  <a:lnTo>
                    <a:pt x="0" y="6223000"/>
                  </a:lnTo>
                  <a:cubicBezTo>
                    <a:pt x="0" y="6400800"/>
                    <a:pt x="143510" y="6544309"/>
                    <a:pt x="321310" y="6544309"/>
                  </a:cubicBezTo>
                  <a:lnTo>
                    <a:pt x="4395470" y="6544309"/>
                  </a:lnTo>
                  <a:cubicBezTo>
                    <a:pt x="4573270" y="6544309"/>
                    <a:pt x="4716780" y="6400800"/>
                    <a:pt x="4716780" y="6223000"/>
                  </a:cubicBezTo>
                  <a:lnTo>
                    <a:pt x="4716780" y="322580"/>
                  </a:lnTo>
                  <a:cubicBezTo>
                    <a:pt x="4716780" y="144780"/>
                    <a:pt x="4573270" y="0"/>
                    <a:pt x="439547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5400000">
              <a:off x="-661670" y="1183640"/>
              <a:ext cx="6043930" cy="4207510"/>
            </a:xfrm>
            <a:custGeom>
              <a:avLst/>
              <a:gdLst/>
              <a:ahLst/>
              <a:cxnLst/>
              <a:rect r="r" b="b" t="t" l="l"/>
              <a:pathLst>
                <a:path h="4207510" w="6043930">
                  <a:moveTo>
                    <a:pt x="5942330" y="1270"/>
                  </a:moveTo>
                  <a:cubicBezTo>
                    <a:pt x="5998210" y="1270"/>
                    <a:pt x="6043930" y="46990"/>
                    <a:pt x="6043930" y="102870"/>
                  </a:cubicBezTo>
                  <a:lnTo>
                    <a:pt x="6043930" y="4105910"/>
                  </a:lnTo>
                  <a:cubicBezTo>
                    <a:pt x="6043930" y="4161790"/>
                    <a:pt x="5998210" y="4207510"/>
                    <a:pt x="5942330" y="4207510"/>
                  </a:cubicBezTo>
                  <a:lnTo>
                    <a:pt x="101600" y="4207510"/>
                  </a:lnTo>
                  <a:cubicBezTo>
                    <a:pt x="45720" y="4207510"/>
                    <a:pt x="0" y="4161790"/>
                    <a:pt x="0" y="4105910"/>
                  </a:cubicBezTo>
                  <a:lnTo>
                    <a:pt x="0" y="101600"/>
                  </a:lnTo>
                  <a:cubicBezTo>
                    <a:pt x="0" y="45720"/>
                    <a:pt x="45720" y="0"/>
                    <a:pt x="101600" y="0"/>
                  </a:cubicBezTo>
                  <a:lnTo>
                    <a:pt x="5942330" y="0"/>
                  </a:lnTo>
                  <a:close/>
                </a:path>
              </a:pathLst>
            </a:custGeom>
            <a:blipFill>
              <a:blip r:embed="rId4"/>
              <a:stretch>
                <a:fillRect l="-18106" t="-10478" r="-16162" b="-26219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53089" y="120650"/>
              <a:ext cx="76541" cy="76201"/>
            </a:xfrm>
            <a:custGeom>
              <a:avLst/>
              <a:gdLst/>
              <a:ahLst/>
              <a:cxnLst/>
              <a:rect r="r" b="b" t="t" l="l"/>
              <a:pathLst>
                <a:path h="76201" w="76541">
                  <a:moveTo>
                    <a:pt x="38271" y="0"/>
                  </a:moveTo>
                  <a:cubicBezTo>
                    <a:pt x="24619" y="-61"/>
                    <a:pt x="11977" y="7187"/>
                    <a:pt x="5133" y="19001"/>
                  </a:cubicBezTo>
                  <a:cubicBezTo>
                    <a:pt x="-1711" y="30814"/>
                    <a:pt x="-1711" y="45386"/>
                    <a:pt x="5133" y="57199"/>
                  </a:cubicBezTo>
                  <a:cubicBezTo>
                    <a:pt x="11977" y="69013"/>
                    <a:pt x="24619" y="76261"/>
                    <a:pt x="38271" y="76200"/>
                  </a:cubicBezTo>
                  <a:cubicBezTo>
                    <a:pt x="51923" y="76261"/>
                    <a:pt x="64565" y="69013"/>
                    <a:pt x="71409" y="57199"/>
                  </a:cubicBezTo>
                  <a:cubicBezTo>
                    <a:pt x="78253" y="45386"/>
                    <a:pt x="78253" y="30814"/>
                    <a:pt x="71409" y="19001"/>
                  </a:cubicBezTo>
                  <a:cubicBezTo>
                    <a:pt x="64565" y="7187"/>
                    <a:pt x="51923" y="-61"/>
                    <a:pt x="38271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121925" y="104139"/>
              <a:ext cx="109709" cy="109221"/>
            </a:xfrm>
            <a:custGeom>
              <a:avLst/>
              <a:gdLst/>
              <a:ahLst/>
              <a:cxnLst/>
              <a:rect r="r" b="b" t="t" l="l"/>
              <a:pathLst>
                <a:path h="109221" w="109709">
                  <a:moveTo>
                    <a:pt x="54855" y="1"/>
                  </a:moveTo>
                  <a:cubicBezTo>
                    <a:pt x="35287" y="-87"/>
                    <a:pt x="17167" y="10303"/>
                    <a:pt x="7357" y="27235"/>
                  </a:cubicBezTo>
                  <a:cubicBezTo>
                    <a:pt x="-2452" y="44168"/>
                    <a:pt x="-2452" y="65054"/>
                    <a:pt x="7357" y="81987"/>
                  </a:cubicBezTo>
                  <a:cubicBezTo>
                    <a:pt x="17167" y="98919"/>
                    <a:pt x="35287" y="109309"/>
                    <a:pt x="54855" y="109221"/>
                  </a:cubicBezTo>
                  <a:cubicBezTo>
                    <a:pt x="74423" y="109309"/>
                    <a:pt x="92543" y="98919"/>
                    <a:pt x="102352" y="81987"/>
                  </a:cubicBezTo>
                  <a:cubicBezTo>
                    <a:pt x="112162" y="65054"/>
                    <a:pt x="112162" y="44168"/>
                    <a:pt x="102352" y="27235"/>
                  </a:cubicBezTo>
                  <a:cubicBezTo>
                    <a:pt x="92543" y="10303"/>
                    <a:pt x="74423" y="-87"/>
                    <a:pt x="54855" y="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330313" y="128270"/>
              <a:ext cx="61233" cy="60961"/>
            </a:xfrm>
            <a:custGeom>
              <a:avLst/>
              <a:gdLst/>
              <a:ahLst/>
              <a:cxnLst/>
              <a:rect r="r" b="b" t="t" l="l"/>
              <a:pathLst>
                <a:path h="60961" w="61233">
                  <a:moveTo>
                    <a:pt x="30617" y="0"/>
                  </a:moveTo>
                  <a:cubicBezTo>
                    <a:pt x="19695" y="-49"/>
                    <a:pt x="9582" y="5750"/>
                    <a:pt x="4107" y="15201"/>
                  </a:cubicBezTo>
                  <a:cubicBezTo>
                    <a:pt x="-1369" y="24651"/>
                    <a:pt x="-1369" y="36309"/>
                    <a:pt x="4107" y="45759"/>
                  </a:cubicBezTo>
                  <a:cubicBezTo>
                    <a:pt x="9582" y="55210"/>
                    <a:pt x="19695" y="61009"/>
                    <a:pt x="30617" y="60960"/>
                  </a:cubicBezTo>
                  <a:cubicBezTo>
                    <a:pt x="41539" y="61009"/>
                    <a:pt x="51652" y="55210"/>
                    <a:pt x="57127" y="45759"/>
                  </a:cubicBezTo>
                  <a:cubicBezTo>
                    <a:pt x="62602" y="36309"/>
                    <a:pt x="62602" y="24651"/>
                    <a:pt x="57127" y="15201"/>
                  </a:cubicBezTo>
                  <a:cubicBezTo>
                    <a:pt x="51652" y="5750"/>
                    <a:pt x="41539" y="-49"/>
                    <a:pt x="306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346897" y="144780"/>
              <a:ext cx="28065" cy="27940"/>
            </a:xfrm>
            <a:custGeom>
              <a:avLst/>
              <a:gdLst/>
              <a:ahLst/>
              <a:cxnLst/>
              <a:rect r="r" b="b" t="t" l="l"/>
              <a:pathLst>
                <a:path h="27940" w="28065">
                  <a:moveTo>
                    <a:pt x="14033" y="0"/>
                  </a:moveTo>
                  <a:cubicBezTo>
                    <a:pt x="9027" y="-22"/>
                    <a:pt x="4392" y="2635"/>
                    <a:pt x="1882" y="6967"/>
                  </a:cubicBezTo>
                  <a:cubicBezTo>
                    <a:pt x="-627" y="11298"/>
                    <a:pt x="-627" y="16642"/>
                    <a:pt x="1882" y="20973"/>
                  </a:cubicBezTo>
                  <a:cubicBezTo>
                    <a:pt x="4392" y="25305"/>
                    <a:pt x="9027" y="27962"/>
                    <a:pt x="14033" y="27940"/>
                  </a:cubicBezTo>
                  <a:cubicBezTo>
                    <a:pt x="19039" y="27962"/>
                    <a:pt x="23674" y="25305"/>
                    <a:pt x="26184" y="20973"/>
                  </a:cubicBezTo>
                  <a:cubicBezTo>
                    <a:pt x="28693" y="16642"/>
                    <a:pt x="28693" y="11298"/>
                    <a:pt x="26184" y="6967"/>
                  </a:cubicBezTo>
                  <a:cubicBezTo>
                    <a:pt x="23674" y="2635"/>
                    <a:pt x="19039" y="-22"/>
                    <a:pt x="14033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344386" y="144780"/>
              <a:ext cx="15308" cy="15240"/>
            </a:xfrm>
            <a:custGeom>
              <a:avLst/>
              <a:gdLst/>
              <a:ahLst/>
              <a:cxnLst/>
              <a:rect r="r" b="b" t="t" l="l"/>
              <a:pathLst>
                <a:path h="15240" w="15308">
                  <a:moveTo>
                    <a:pt x="7654" y="0"/>
                  </a:moveTo>
                  <a:cubicBezTo>
                    <a:pt x="4924" y="-12"/>
                    <a:pt x="2395" y="1437"/>
                    <a:pt x="1026" y="3800"/>
                  </a:cubicBezTo>
                  <a:cubicBezTo>
                    <a:pt x="-342" y="6163"/>
                    <a:pt x="-342" y="9077"/>
                    <a:pt x="1026" y="11440"/>
                  </a:cubicBezTo>
                  <a:cubicBezTo>
                    <a:pt x="2395" y="13803"/>
                    <a:pt x="4924" y="15252"/>
                    <a:pt x="7654" y="15240"/>
                  </a:cubicBezTo>
                  <a:cubicBezTo>
                    <a:pt x="10384" y="15252"/>
                    <a:pt x="12913" y="13803"/>
                    <a:pt x="14281" y="11440"/>
                  </a:cubicBezTo>
                  <a:cubicBezTo>
                    <a:pt x="15650" y="9077"/>
                    <a:pt x="15650" y="6163"/>
                    <a:pt x="14281" y="3800"/>
                  </a:cubicBezTo>
                  <a:cubicBezTo>
                    <a:pt x="12913" y="1437"/>
                    <a:pt x="10384" y="-12"/>
                    <a:pt x="7654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716780" y="534670"/>
              <a:ext cx="16622" cy="278130"/>
            </a:xfrm>
            <a:custGeom>
              <a:avLst/>
              <a:gdLst/>
              <a:ahLst/>
              <a:cxnLst/>
              <a:rect r="r" b="b" t="t" l="l"/>
              <a:pathLst>
                <a:path h="278130" w="16622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716780" y="861060"/>
              <a:ext cx="16622" cy="278130"/>
            </a:xfrm>
            <a:custGeom>
              <a:avLst/>
              <a:gdLst/>
              <a:ahLst/>
              <a:cxnLst/>
              <a:rect r="r" b="b" t="t" l="l"/>
              <a:pathLst>
                <a:path h="278130" w="16622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064000" y="-113"/>
              <a:ext cx="320040" cy="16623"/>
            </a:xfrm>
            <a:custGeom>
              <a:avLst/>
              <a:gdLst/>
              <a:ahLst/>
              <a:cxnLst/>
              <a:rect r="r" b="b" t="t" l="l"/>
              <a:pathLst>
                <a:path h="16623" w="320040">
                  <a:moveTo>
                    <a:pt x="0" y="16623"/>
                  </a:moveTo>
                  <a:lnTo>
                    <a:pt x="320040" y="16623"/>
                  </a:lnTo>
                  <a:cubicBezTo>
                    <a:pt x="320040" y="-2427"/>
                    <a:pt x="304800" y="113"/>
                    <a:pt x="285750" y="113"/>
                  </a:cubicBezTo>
                  <a:lnTo>
                    <a:pt x="34290" y="113"/>
                  </a:lnTo>
                  <a:cubicBezTo>
                    <a:pt x="15240" y="113"/>
                    <a:pt x="0" y="-2427"/>
                    <a:pt x="0" y="16623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577060" y="3861421"/>
            <a:ext cx="4764699" cy="4505745"/>
            <a:chOff x="0" y="0"/>
            <a:chExt cx="1451865" cy="13729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51864" cy="1372958"/>
            </a:xfrm>
            <a:custGeom>
              <a:avLst/>
              <a:gdLst/>
              <a:ahLst/>
              <a:cxnLst/>
              <a:rect r="r" b="b" t="t" l="l"/>
              <a:pathLst>
                <a:path h="1372958" w="1451864">
                  <a:moveTo>
                    <a:pt x="40621" y="0"/>
                  </a:moveTo>
                  <a:lnTo>
                    <a:pt x="1411243" y="0"/>
                  </a:lnTo>
                  <a:cubicBezTo>
                    <a:pt x="1422017" y="0"/>
                    <a:pt x="1432349" y="4280"/>
                    <a:pt x="1439967" y="11898"/>
                  </a:cubicBezTo>
                  <a:cubicBezTo>
                    <a:pt x="1447585" y="19516"/>
                    <a:pt x="1451864" y="29848"/>
                    <a:pt x="1451864" y="40621"/>
                  </a:cubicBezTo>
                  <a:lnTo>
                    <a:pt x="1451864" y="1332337"/>
                  </a:lnTo>
                  <a:cubicBezTo>
                    <a:pt x="1451864" y="1343110"/>
                    <a:pt x="1447585" y="1353442"/>
                    <a:pt x="1439967" y="1361060"/>
                  </a:cubicBezTo>
                  <a:cubicBezTo>
                    <a:pt x="1432349" y="1368678"/>
                    <a:pt x="1422017" y="1372958"/>
                    <a:pt x="1411243" y="1372958"/>
                  </a:cubicBezTo>
                  <a:lnTo>
                    <a:pt x="40621" y="1372958"/>
                  </a:lnTo>
                  <a:cubicBezTo>
                    <a:pt x="29848" y="1372958"/>
                    <a:pt x="19516" y="1368678"/>
                    <a:pt x="11898" y="1361060"/>
                  </a:cubicBezTo>
                  <a:cubicBezTo>
                    <a:pt x="4280" y="1353442"/>
                    <a:pt x="0" y="1343110"/>
                    <a:pt x="0" y="1332337"/>
                  </a:cubicBezTo>
                  <a:lnTo>
                    <a:pt x="0" y="40621"/>
                  </a:lnTo>
                  <a:cubicBezTo>
                    <a:pt x="0" y="29848"/>
                    <a:pt x="4280" y="19516"/>
                    <a:pt x="11898" y="11898"/>
                  </a:cubicBezTo>
                  <a:cubicBezTo>
                    <a:pt x="19516" y="4280"/>
                    <a:pt x="29848" y="0"/>
                    <a:pt x="4062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451865" cy="142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100361" y="3861421"/>
            <a:ext cx="4764699" cy="4505745"/>
            <a:chOff x="0" y="0"/>
            <a:chExt cx="1451865" cy="13729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51864" cy="1372958"/>
            </a:xfrm>
            <a:custGeom>
              <a:avLst/>
              <a:gdLst/>
              <a:ahLst/>
              <a:cxnLst/>
              <a:rect r="r" b="b" t="t" l="l"/>
              <a:pathLst>
                <a:path h="1372958" w="1451864">
                  <a:moveTo>
                    <a:pt x="40621" y="0"/>
                  </a:moveTo>
                  <a:lnTo>
                    <a:pt x="1411243" y="0"/>
                  </a:lnTo>
                  <a:cubicBezTo>
                    <a:pt x="1422017" y="0"/>
                    <a:pt x="1432349" y="4280"/>
                    <a:pt x="1439967" y="11898"/>
                  </a:cubicBezTo>
                  <a:cubicBezTo>
                    <a:pt x="1447585" y="19516"/>
                    <a:pt x="1451864" y="29848"/>
                    <a:pt x="1451864" y="40621"/>
                  </a:cubicBezTo>
                  <a:lnTo>
                    <a:pt x="1451864" y="1332337"/>
                  </a:lnTo>
                  <a:cubicBezTo>
                    <a:pt x="1451864" y="1343110"/>
                    <a:pt x="1447585" y="1353442"/>
                    <a:pt x="1439967" y="1361060"/>
                  </a:cubicBezTo>
                  <a:cubicBezTo>
                    <a:pt x="1432349" y="1368678"/>
                    <a:pt x="1422017" y="1372958"/>
                    <a:pt x="1411243" y="1372958"/>
                  </a:cubicBezTo>
                  <a:lnTo>
                    <a:pt x="40621" y="1372958"/>
                  </a:lnTo>
                  <a:cubicBezTo>
                    <a:pt x="29848" y="1372958"/>
                    <a:pt x="19516" y="1368678"/>
                    <a:pt x="11898" y="1361060"/>
                  </a:cubicBezTo>
                  <a:cubicBezTo>
                    <a:pt x="4280" y="1353442"/>
                    <a:pt x="0" y="1343110"/>
                    <a:pt x="0" y="1332337"/>
                  </a:cubicBezTo>
                  <a:lnTo>
                    <a:pt x="0" y="40621"/>
                  </a:lnTo>
                  <a:cubicBezTo>
                    <a:pt x="0" y="29848"/>
                    <a:pt x="4280" y="19516"/>
                    <a:pt x="11898" y="11898"/>
                  </a:cubicBezTo>
                  <a:cubicBezTo>
                    <a:pt x="19516" y="4280"/>
                    <a:pt x="29848" y="0"/>
                    <a:pt x="4062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451865" cy="1420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-803490" y="1581949"/>
            <a:ext cx="4369456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4722034" y="1610524"/>
            <a:ext cx="4369456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3798592" y="1323975"/>
            <a:ext cx="10689901" cy="770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0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PCB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6057143"/>
            <a:ext cx="2304639" cy="1215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Vytvoření elektrického schématu propojujícího všechny komponenty hůlky.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54661" y="6057143"/>
            <a:ext cx="2304639" cy="1215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Převod schématu do podoby vlastní desky plošných spojů v programu KiCad.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73041" y="4301398"/>
            <a:ext cx="3615958" cy="164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80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01 Návrh schématu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99001" y="4301398"/>
            <a:ext cx="3615958" cy="164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80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02 Návrh PCB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943662" y="-2743200"/>
            <a:ext cx="8872884" cy="8229600"/>
          </a:xfrm>
          <a:custGeom>
            <a:avLst/>
            <a:gdLst/>
            <a:ahLst/>
            <a:cxnLst/>
            <a:rect r="r" b="b" t="t" l="l"/>
            <a:pathLst>
              <a:path h="8229600" w="8872884">
                <a:moveTo>
                  <a:pt x="0" y="0"/>
                </a:moveTo>
                <a:lnTo>
                  <a:pt x="8872884" y="0"/>
                </a:lnTo>
                <a:lnTo>
                  <a:pt x="88728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3928287" y="2849604"/>
            <a:ext cx="8872884" cy="8229600"/>
          </a:xfrm>
          <a:custGeom>
            <a:avLst/>
            <a:gdLst/>
            <a:ahLst/>
            <a:cxnLst/>
            <a:rect r="r" b="b" t="t" l="l"/>
            <a:pathLst>
              <a:path h="8229600" w="8872884">
                <a:moveTo>
                  <a:pt x="0" y="0"/>
                </a:moveTo>
                <a:lnTo>
                  <a:pt x="8872884" y="0"/>
                </a:lnTo>
                <a:lnTo>
                  <a:pt x="88728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4527621" y="4468854"/>
            <a:ext cx="8594883" cy="8229600"/>
          </a:xfrm>
          <a:custGeom>
            <a:avLst/>
            <a:gdLst/>
            <a:ahLst/>
            <a:cxnLst/>
            <a:rect r="r" b="b" t="t" l="l"/>
            <a:pathLst>
              <a:path h="8229600" w="8594883">
                <a:moveTo>
                  <a:pt x="0" y="0"/>
                </a:moveTo>
                <a:lnTo>
                  <a:pt x="8594883" y="0"/>
                </a:lnTo>
                <a:lnTo>
                  <a:pt x="859488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4134873" y="-1563445"/>
            <a:ext cx="5414402" cy="5184290"/>
          </a:xfrm>
          <a:custGeom>
            <a:avLst/>
            <a:gdLst/>
            <a:ahLst/>
            <a:cxnLst/>
            <a:rect r="r" b="b" t="t" l="l"/>
            <a:pathLst>
              <a:path h="5184290" w="5414402">
                <a:moveTo>
                  <a:pt x="0" y="0"/>
                </a:moveTo>
                <a:lnTo>
                  <a:pt x="5414401" y="0"/>
                </a:lnTo>
                <a:lnTo>
                  <a:pt x="5414401" y="5184290"/>
                </a:lnTo>
                <a:lnTo>
                  <a:pt x="0" y="51842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037204" y="6515736"/>
            <a:ext cx="9804869" cy="1349292"/>
            <a:chOff x="0" y="0"/>
            <a:chExt cx="2643200" cy="3637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43200" cy="363743"/>
            </a:xfrm>
            <a:custGeom>
              <a:avLst/>
              <a:gdLst/>
              <a:ahLst/>
              <a:cxnLst/>
              <a:rect r="r" b="b" t="t" l="l"/>
              <a:pathLst>
                <a:path h="363743" w="2643200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37204" y="4613993"/>
            <a:ext cx="9804869" cy="1349292"/>
            <a:chOff x="0" y="0"/>
            <a:chExt cx="2643200" cy="3637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43200" cy="363743"/>
            </a:xfrm>
            <a:custGeom>
              <a:avLst/>
              <a:gdLst/>
              <a:ahLst/>
              <a:cxnLst/>
              <a:rect r="r" b="b" t="t" l="l"/>
              <a:pathLst>
                <a:path h="363743" w="2643200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37204" y="2715633"/>
            <a:ext cx="9804869" cy="1349292"/>
            <a:chOff x="0" y="0"/>
            <a:chExt cx="2643200" cy="3637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43200" cy="363743"/>
            </a:xfrm>
            <a:custGeom>
              <a:avLst/>
              <a:gdLst/>
              <a:ahLst/>
              <a:cxnLst/>
              <a:rect r="r" b="b" t="t" l="l"/>
              <a:pathLst>
                <a:path h="363743" w="2643200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037204" y="8417478"/>
            <a:ext cx="9804869" cy="1349292"/>
            <a:chOff x="0" y="0"/>
            <a:chExt cx="2643200" cy="3637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43200" cy="363743"/>
            </a:xfrm>
            <a:custGeom>
              <a:avLst/>
              <a:gdLst/>
              <a:ahLst/>
              <a:cxnLst/>
              <a:rect r="r" b="b" t="t" l="l"/>
              <a:pathLst>
                <a:path h="363743" w="2643200">
                  <a:moveTo>
                    <a:pt x="19740" y="0"/>
                  </a:moveTo>
                  <a:lnTo>
                    <a:pt x="2623460" y="0"/>
                  </a:lnTo>
                  <a:cubicBezTo>
                    <a:pt x="2634363" y="0"/>
                    <a:pt x="2643200" y="8838"/>
                    <a:pt x="2643200" y="19740"/>
                  </a:cubicBezTo>
                  <a:lnTo>
                    <a:pt x="2643200" y="344003"/>
                  </a:lnTo>
                  <a:cubicBezTo>
                    <a:pt x="2643200" y="354905"/>
                    <a:pt x="2634363" y="363743"/>
                    <a:pt x="2623460" y="363743"/>
                  </a:cubicBezTo>
                  <a:lnTo>
                    <a:pt x="19740" y="363743"/>
                  </a:lnTo>
                  <a:cubicBezTo>
                    <a:pt x="8838" y="363743"/>
                    <a:pt x="0" y="354905"/>
                    <a:pt x="0" y="344003"/>
                  </a:cubicBezTo>
                  <a:lnTo>
                    <a:pt x="0" y="19740"/>
                  </a:lnTo>
                  <a:cubicBezTo>
                    <a:pt x="0" y="8838"/>
                    <a:pt x="8838" y="0"/>
                    <a:pt x="197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643200" cy="411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296076" y="1323975"/>
            <a:ext cx="6163389" cy="12195325"/>
            <a:chOff x="0" y="0"/>
            <a:chExt cx="2620010" cy="51841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93080" t="-23127" r="-181266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-5400000">
            <a:off x="-2519171" y="6021991"/>
            <a:ext cx="7472928" cy="6931140"/>
          </a:xfrm>
          <a:custGeom>
            <a:avLst/>
            <a:gdLst/>
            <a:ahLst/>
            <a:cxnLst/>
            <a:rect r="r" b="b" t="t" l="l"/>
            <a:pathLst>
              <a:path h="6931140" w="7472928">
                <a:moveTo>
                  <a:pt x="0" y="0"/>
                </a:moveTo>
                <a:lnTo>
                  <a:pt x="7472928" y="0"/>
                </a:lnTo>
                <a:lnTo>
                  <a:pt x="7472928" y="6931140"/>
                </a:lnTo>
                <a:lnTo>
                  <a:pt x="0" y="6931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190830" y="1519659"/>
            <a:ext cx="5497617" cy="79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28"/>
              </a:lnSpc>
              <a:spcBef>
                <a:spcPct val="0"/>
              </a:spcBef>
            </a:pPr>
            <a:r>
              <a:rPr lang="en-US" sz="7200">
                <a:solidFill>
                  <a:srgbClr val="FFFFFF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HARDWARE HŮLKY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547628" y="3211196"/>
            <a:ext cx="5555727" cy="30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-US" sz="1600" strike="noStrike" u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lavní řídicí jednotka systému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708090" y="2986433"/>
            <a:ext cx="2233944" cy="72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01 ESP32-C6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47628" y="5109556"/>
            <a:ext cx="5555727" cy="30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BMI160</a:t>
            </a:r>
            <a:r>
              <a:rPr lang="en-US" sz="1600" strike="noStrike" u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 + QMC5883L pro snímání pohybu a orientace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547628" y="7011298"/>
            <a:ext cx="5555727" cy="30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sz="1600" strike="noStrike" u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Přesné určování polohy hráče v prostoru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547628" y="8913083"/>
            <a:ext cx="5555727" cy="30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18650</a:t>
            </a:r>
            <a:r>
              <a:rPr lang="en-US" sz="1600" strike="noStrike" u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 + USB-C nabíjení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708090" y="4846679"/>
            <a:ext cx="2233944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02 Pohybové</a:t>
            </a:r>
          </a:p>
          <a:p>
            <a:pPr algn="l">
              <a:lnSpc>
                <a:spcPts val="37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       senzory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708090" y="6786535"/>
            <a:ext cx="2463566" cy="72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03 UWB modul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08090" y="8688320"/>
            <a:ext cx="2233944" cy="72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04 Napájení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25637" y="5288185"/>
            <a:ext cx="9648774" cy="8229600"/>
          </a:xfrm>
          <a:custGeom>
            <a:avLst/>
            <a:gdLst/>
            <a:ahLst/>
            <a:cxnLst/>
            <a:rect r="r" b="b" t="t" l="l"/>
            <a:pathLst>
              <a:path h="8229600" w="9648774">
                <a:moveTo>
                  <a:pt x="0" y="0"/>
                </a:moveTo>
                <a:lnTo>
                  <a:pt x="9648774" y="0"/>
                </a:lnTo>
                <a:lnTo>
                  <a:pt x="964877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19613" y="-321179"/>
            <a:ext cx="9648774" cy="8229600"/>
          </a:xfrm>
          <a:custGeom>
            <a:avLst/>
            <a:gdLst/>
            <a:ahLst/>
            <a:cxnLst/>
            <a:rect r="r" b="b" t="t" l="l"/>
            <a:pathLst>
              <a:path h="8229600" w="9648774">
                <a:moveTo>
                  <a:pt x="0" y="0"/>
                </a:moveTo>
                <a:lnTo>
                  <a:pt x="9648774" y="0"/>
                </a:lnTo>
                <a:lnTo>
                  <a:pt x="964877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350715">
            <a:off x="15330618" y="1073605"/>
            <a:ext cx="7665473" cy="7339690"/>
          </a:xfrm>
          <a:custGeom>
            <a:avLst/>
            <a:gdLst/>
            <a:ahLst/>
            <a:cxnLst/>
            <a:rect r="r" b="b" t="t" l="l"/>
            <a:pathLst>
              <a:path h="7339690" w="7665473">
                <a:moveTo>
                  <a:pt x="0" y="0"/>
                </a:moveTo>
                <a:lnTo>
                  <a:pt x="7665473" y="0"/>
                </a:lnTo>
                <a:lnTo>
                  <a:pt x="7665473" y="7339690"/>
                </a:lnTo>
                <a:lnTo>
                  <a:pt x="0" y="7339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350715">
            <a:off x="-883865" y="6883255"/>
            <a:ext cx="4960930" cy="4750091"/>
          </a:xfrm>
          <a:custGeom>
            <a:avLst/>
            <a:gdLst/>
            <a:ahLst/>
            <a:cxnLst/>
            <a:rect r="r" b="b" t="t" l="l"/>
            <a:pathLst>
              <a:path h="4750091" w="4960930">
                <a:moveTo>
                  <a:pt x="0" y="0"/>
                </a:moveTo>
                <a:lnTo>
                  <a:pt x="4960930" y="0"/>
                </a:lnTo>
                <a:lnTo>
                  <a:pt x="4960930" y="4750090"/>
                </a:lnTo>
                <a:lnTo>
                  <a:pt x="0" y="4750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3781425"/>
            <a:ext cx="16230600" cy="4791075"/>
            <a:chOff x="0" y="0"/>
            <a:chExt cx="4274726" cy="12618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1261847"/>
            </a:xfrm>
            <a:custGeom>
              <a:avLst/>
              <a:gdLst/>
              <a:ahLst/>
              <a:cxnLst/>
              <a:rect r="r" b="b" t="t" l="l"/>
              <a:pathLst>
                <a:path h="1261847" w="4274726">
                  <a:moveTo>
                    <a:pt x="11925" y="0"/>
                  </a:moveTo>
                  <a:lnTo>
                    <a:pt x="4262801" y="0"/>
                  </a:lnTo>
                  <a:cubicBezTo>
                    <a:pt x="4269387" y="0"/>
                    <a:pt x="4274726" y="5339"/>
                    <a:pt x="4274726" y="11925"/>
                  </a:cubicBezTo>
                  <a:lnTo>
                    <a:pt x="4274726" y="1249922"/>
                  </a:lnTo>
                  <a:cubicBezTo>
                    <a:pt x="4274726" y="1256508"/>
                    <a:pt x="4269387" y="1261847"/>
                    <a:pt x="4262801" y="1261847"/>
                  </a:cubicBezTo>
                  <a:lnTo>
                    <a:pt x="11925" y="1261847"/>
                  </a:lnTo>
                  <a:cubicBezTo>
                    <a:pt x="5339" y="1261847"/>
                    <a:pt x="0" y="1256508"/>
                    <a:pt x="0" y="1249922"/>
                  </a:cubicBezTo>
                  <a:lnTo>
                    <a:pt x="0" y="11925"/>
                  </a:lnTo>
                  <a:cubicBezTo>
                    <a:pt x="0" y="5339"/>
                    <a:pt x="5339" y="0"/>
                    <a:pt x="1192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74726" cy="1309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4850852" y="3393139"/>
            <a:ext cx="8586296" cy="6893861"/>
            <a:chOff x="0" y="0"/>
            <a:chExt cx="7467600" cy="59956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2829"/>
              </a:stretch>
            </a:blipFill>
          </p:spPr>
        </p:sp>
      </p:grpSp>
      <p:sp>
        <p:nvSpPr>
          <p:cNvPr name="AutoShape 14" id="14"/>
          <p:cNvSpPr/>
          <p:nvPr/>
        </p:nvSpPr>
        <p:spPr>
          <a:xfrm>
            <a:off x="10054256" y="2666270"/>
            <a:ext cx="870999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2314089" y="1371600"/>
            <a:ext cx="7444313" cy="86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2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PROBLÉM S I²C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08648" y="6205538"/>
            <a:ext cx="2682752" cy="30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Návrh nové PCB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96600" y="6205538"/>
            <a:ext cx="2682752" cy="60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Nefunkční komunikace senzorů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54256" y="1100442"/>
            <a:ext cx="4838824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5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SDA/SCL ≈</a:t>
            </a:r>
            <a:r>
              <a:rPr lang="en-US" sz="5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0,5 V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79490" y="4739654"/>
            <a:ext cx="1116972" cy="72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Dopad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74316" y="4739654"/>
            <a:ext cx="1151415" cy="72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Řešení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2306209" y="325573"/>
            <a:ext cx="9990407" cy="9266102"/>
          </a:xfrm>
          <a:custGeom>
            <a:avLst/>
            <a:gdLst/>
            <a:ahLst/>
            <a:cxnLst/>
            <a:rect r="r" b="b" t="t" l="l"/>
            <a:pathLst>
              <a:path h="9266102" w="9990407">
                <a:moveTo>
                  <a:pt x="0" y="0"/>
                </a:moveTo>
                <a:lnTo>
                  <a:pt x="9990407" y="0"/>
                </a:lnTo>
                <a:lnTo>
                  <a:pt x="9990407" y="9266102"/>
                </a:lnTo>
                <a:lnTo>
                  <a:pt x="0" y="926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496334" y="-2996042"/>
            <a:ext cx="9990407" cy="9266102"/>
          </a:xfrm>
          <a:custGeom>
            <a:avLst/>
            <a:gdLst/>
            <a:ahLst/>
            <a:cxnLst/>
            <a:rect r="r" b="b" t="t" l="l"/>
            <a:pathLst>
              <a:path h="9266102" w="9990407">
                <a:moveTo>
                  <a:pt x="0" y="0"/>
                </a:moveTo>
                <a:lnTo>
                  <a:pt x="9990407" y="0"/>
                </a:lnTo>
                <a:lnTo>
                  <a:pt x="9990407" y="9266102"/>
                </a:lnTo>
                <a:lnTo>
                  <a:pt x="0" y="926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4936169" y="3431163"/>
            <a:ext cx="8594883" cy="8229600"/>
          </a:xfrm>
          <a:custGeom>
            <a:avLst/>
            <a:gdLst/>
            <a:ahLst/>
            <a:cxnLst/>
            <a:rect r="r" b="b" t="t" l="l"/>
            <a:pathLst>
              <a:path h="8229600" w="8594883">
                <a:moveTo>
                  <a:pt x="0" y="0"/>
                </a:moveTo>
                <a:lnTo>
                  <a:pt x="8594882" y="0"/>
                </a:lnTo>
                <a:lnTo>
                  <a:pt x="8594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847920" y="7662518"/>
            <a:ext cx="6259084" cy="5993073"/>
          </a:xfrm>
          <a:custGeom>
            <a:avLst/>
            <a:gdLst/>
            <a:ahLst/>
            <a:cxnLst/>
            <a:rect r="r" b="b" t="t" l="l"/>
            <a:pathLst>
              <a:path h="5993073" w="6259084">
                <a:moveTo>
                  <a:pt x="0" y="0"/>
                </a:moveTo>
                <a:lnTo>
                  <a:pt x="6259083" y="0"/>
                </a:lnTo>
                <a:lnTo>
                  <a:pt x="6259083" y="5993073"/>
                </a:lnTo>
                <a:lnTo>
                  <a:pt x="0" y="5993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836723" y="1028700"/>
            <a:ext cx="10613327" cy="8181535"/>
            <a:chOff x="0" y="0"/>
            <a:chExt cx="2795280" cy="21548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5280" cy="2154808"/>
            </a:xfrm>
            <a:custGeom>
              <a:avLst/>
              <a:gdLst/>
              <a:ahLst/>
              <a:cxnLst/>
              <a:rect r="r" b="b" t="t" l="l"/>
              <a:pathLst>
                <a:path h="2154808" w="2795280">
                  <a:moveTo>
                    <a:pt x="18236" y="0"/>
                  </a:moveTo>
                  <a:lnTo>
                    <a:pt x="2777043" y="0"/>
                  </a:lnTo>
                  <a:cubicBezTo>
                    <a:pt x="2787115" y="0"/>
                    <a:pt x="2795280" y="8165"/>
                    <a:pt x="2795280" y="18236"/>
                  </a:cubicBezTo>
                  <a:lnTo>
                    <a:pt x="2795280" y="2136571"/>
                  </a:lnTo>
                  <a:cubicBezTo>
                    <a:pt x="2795280" y="2146643"/>
                    <a:pt x="2787115" y="2154808"/>
                    <a:pt x="2777043" y="2154808"/>
                  </a:cubicBezTo>
                  <a:lnTo>
                    <a:pt x="18236" y="2154808"/>
                  </a:lnTo>
                  <a:cubicBezTo>
                    <a:pt x="8165" y="2154808"/>
                    <a:pt x="0" y="2146643"/>
                    <a:pt x="0" y="2136571"/>
                  </a:cubicBezTo>
                  <a:lnTo>
                    <a:pt x="0" y="18236"/>
                  </a:lnTo>
                  <a:cubicBezTo>
                    <a:pt x="0" y="8165"/>
                    <a:pt x="8165" y="0"/>
                    <a:pt x="1823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95280" cy="2202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0316242" y="5119467"/>
            <a:ext cx="6987540" cy="0"/>
          </a:xfrm>
          <a:prstGeom prst="line">
            <a:avLst/>
          </a:prstGeom>
          <a:ln cap="flat" w="19050">
            <a:solidFill>
              <a:srgbClr val="CCCC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13787771" y="1873347"/>
            <a:ext cx="0" cy="6502322"/>
          </a:xfrm>
          <a:prstGeom prst="line">
            <a:avLst/>
          </a:prstGeom>
          <a:ln cap="flat" w="19050">
            <a:solidFill>
              <a:srgbClr val="CCCCC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-5400000">
            <a:off x="3196312" y="2212597"/>
            <a:ext cx="4429702" cy="8764927"/>
            <a:chOff x="0" y="0"/>
            <a:chExt cx="2620010" cy="5184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22257" t="0" r="-22257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31005" y="1606657"/>
            <a:ext cx="7810328" cy="79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28"/>
              </a:lnSpc>
              <a:spcBef>
                <a:spcPct val="0"/>
              </a:spcBef>
            </a:pPr>
            <a:r>
              <a:rPr lang="en-US" sz="7200">
                <a:solidFill>
                  <a:srgbClr val="FFFFFF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PL</a:t>
            </a:r>
            <a:r>
              <a:rPr lang="en-US" sz="7200" strike="noStrike" u="none">
                <a:solidFill>
                  <a:srgbClr val="FFFFFF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AYGROUND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1005" y="2650148"/>
            <a:ext cx="5324099" cy="118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100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estovací prostředí vytvořené pro pokračování vývoje bez dokončeného hardwaru.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16242" y="3374013"/>
            <a:ext cx="2897530" cy="910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1600" strike="noStrike" u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irtuální reprezentace hráčů a jejich pohybu v herním prostředí.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61770" y="3374013"/>
            <a:ext cx="2897530" cy="60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Ověř</a:t>
            </a:r>
            <a:r>
              <a:rPr lang="en-US" sz="1600" strike="noStrike" u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ování detekce zásahů a herní logiky.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16242" y="6840861"/>
            <a:ext cx="2897530" cy="60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Náv</a:t>
            </a:r>
            <a:r>
              <a:rPr lang="en-US" sz="1600" strike="noStrike" u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rh a testování základních principů hry.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361770" y="6840861"/>
            <a:ext cx="2897530" cy="60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Tvo</a:t>
            </a:r>
            <a:r>
              <a:rPr lang="en-US" sz="1600" strike="noStrike" u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rba a ladění efektů pro jednotlivá kouzla.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47116" y="1994855"/>
            <a:ext cx="2635782" cy="72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Simulace</a:t>
            </a: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 hráčů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337650" y="1994855"/>
            <a:ext cx="2945770" cy="72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Testování</a:t>
            </a: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 zásahů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37765" y="5488364"/>
            <a:ext cx="2254482" cy="11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Vývoj</a:t>
            </a: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 herních mechanik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567271" y="5488364"/>
            <a:ext cx="2486528" cy="11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Vizuální efekty</a:t>
            </a: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 kouzel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23865" y="-3512945"/>
            <a:ext cx="8168277" cy="7576077"/>
          </a:xfrm>
          <a:custGeom>
            <a:avLst/>
            <a:gdLst/>
            <a:ahLst/>
            <a:cxnLst/>
            <a:rect r="r" b="b" t="t" l="l"/>
            <a:pathLst>
              <a:path h="7576077" w="8168277">
                <a:moveTo>
                  <a:pt x="0" y="0"/>
                </a:moveTo>
                <a:lnTo>
                  <a:pt x="8168277" y="0"/>
                </a:lnTo>
                <a:lnTo>
                  <a:pt x="8168277" y="7576077"/>
                </a:lnTo>
                <a:lnTo>
                  <a:pt x="0" y="75760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100000">
            <a:off x="6703302" y="-2336969"/>
            <a:ext cx="4881397" cy="4673937"/>
          </a:xfrm>
          <a:custGeom>
            <a:avLst/>
            <a:gdLst/>
            <a:ahLst/>
            <a:cxnLst/>
            <a:rect r="r" b="b" t="t" l="l"/>
            <a:pathLst>
              <a:path h="4673937" w="4881397">
                <a:moveTo>
                  <a:pt x="0" y="0"/>
                </a:moveTo>
                <a:lnTo>
                  <a:pt x="4881396" y="0"/>
                </a:lnTo>
                <a:lnTo>
                  <a:pt x="4881396" y="4673938"/>
                </a:lnTo>
                <a:lnTo>
                  <a:pt x="0" y="46739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97259" y="3382367"/>
            <a:ext cx="8594883" cy="8229600"/>
          </a:xfrm>
          <a:custGeom>
            <a:avLst/>
            <a:gdLst/>
            <a:ahLst/>
            <a:cxnLst/>
            <a:rect r="r" b="b" t="t" l="l"/>
            <a:pathLst>
              <a:path h="8229600" w="8594883">
                <a:moveTo>
                  <a:pt x="0" y="0"/>
                </a:moveTo>
                <a:lnTo>
                  <a:pt x="8594883" y="0"/>
                </a:lnTo>
                <a:lnTo>
                  <a:pt x="859488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402598" y="1682223"/>
            <a:ext cx="8168277" cy="7576077"/>
          </a:xfrm>
          <a:custGeom>
            <a:avLst/>
            <a:gdLst/>
            <a:ahLst/>
            <a:cxnLst/>
            <a:rect r="r" b="b" t="t" l="l"/>
            <a:pathLst>
              <a:path h="7576077" w="8168277">
                <a:moveTo>
                  <a:pt x="0" y="0"/>
                </a:moveTo>
                <a:lnTo>
                  <a:pt x="8168277" y="0"/>
                </a:lnTo>
                <a:lnTo>
                  <a:pt x="8168277" y="7576077"/>
                </a:lnTo>
                <a:lnTo>
                  <a:pt x="0" y="75760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75162" y="3877328"/>
            <a:ext cx="8168277" cy="7576077"/>
          </a:xfrm>
          <a:custGeom>
            <a:avLst/>
            <a:gdLst/>
            <a:ahLst/>
            <a:cxnLst/>
            <a:rect r="r" b="b" t="t" l="l"/>
            <a:pathLst>
              <a:path h="7576077" w="8168277">
                <a:moveTo>
                  <a:pt x="0" y="0"/>
                </a:moveTo>
                <a:lnTo>
                  <a:pt x="8168276" y="0"/>
                </a:lnTo>
                <a:lnTo>
                  <a:pt x="8168276" y="7576077"/>
                </a:lnTo>
                <a:lnTo>
                  <a:pt x="0" y="75760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96076" y="5095875"/>
            <a:ext cx="12838348" cy="3232459"/>
            <a:chOff x="0" y="0"/>
            <a:chExt cx="3381293" cy="8513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81293" cy="851347"/>
            </a:xfrm>
            <a:custGeom>
              <a:avLst/>
              <a:gdLst/>
              <a:ahLst/>
              <a:cxnLst/>
              <a:rect r="r" b="b" t="t" l="l"/>
              <a:pathLst>
                <a:path h="851347" w="3381293">
                  <a:moveTo>
                    <a:pt x="15076" y="0"/>
                  </a:moveTo>
                  <a:lnTo>
                    <a:pt x="3366217" y="0"/>
                  </a:lnTo>
                  <a:cubicBezTo>
                    <a:pt x="3374544" y="0"/>
                    <a:pt x="3381293" y="6750"/>
                    <a:pt x="3381293" y="15076"/>
                  </a:cubicBezTo>
                  <a:lnTo>
                    <a:pt x="3381293" y="836271"/>
                  </a:lnTo>
                  <a:cubicBezTo>
                    <a:pt x="3381293" y="840270"/>
                    <a:pt x="3379705" y="844104"/>
                    <a:pt x="3376878" y="846932"/>
                  </a:cubicBezTo>
                  <a:cubicBezTo>
                    <a:pt x="3374050" y="849759"/>
                    <a:pt x="3370216" y="851347"/>
                    <a:pt x="3366217" y="851347"/>
                  </a:cubicBezTo>
                  <a:lnTo>
                    <a:pt x="15076" y="851347"/>
                  </a:lnTo>
                  <a:cubicBezTo>
                    <a:pt x="6750" y="851347"/>
                    <a:pt x="0" y="844597"/>
                    <a:pt x="0" y="836271"/>
                  </a:cubicBezTo>
                  <a:lnTo>
                    <a:pt x="0" y="15076"/>
                  </a:lnTo>
                  <a:cubicBezTo>
                    <a:pt x="0" y="11077"/>
                    <a:pt x="1588" y="7243"/>
                    <a:pt x="4416" y="4416"/>
                  </a:cubicBezTo>
                  <a:cubicBezTo>
                    <a:pt x="7243" y="1588"/>
                    <a:pt x="11077" y="0"/>
                    <a:pt x="150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381293" cy="898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96076" y="2025123"/>
            <a:ext cx="7173738" cy="161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2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AKTUÁLNÍ STAV PROJEKTU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8874170" y="449131"/>
            <a:ext cx="8883366" cy="5095391"/>
            <a:chOff x="0" y="0"/>
            <a:chExt cx="7981950" cy="45783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4"/>
              <a:stretch>
                <a:fillRect l="0" t="-27595" r="0" b="-2759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194951" y="6891323"/>
            <a:ext cx="3120902" cy="60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Prostředí pro testování a další vývoj herních mechanik.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94951" y="5682972"/>
            <a:ext cx="1106482" cy="72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92899" y="6891323"/>
            <a:ext cx="3120902" cy="60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Přip</a:t>
            </a:r>
            <a:r>
              <a:rPr lang="en-US" sz="1600" strike="noStrike" u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ravené kotvy pro budoucí lokalizaci hráčů.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92899" y="5682972"/>
            <a:ext cx="1106482" cy="72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90847" y="6891323"/>
            <a:ext cx="3120902" cy="60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1600" strike="noStrike" u="none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věřená funkčnost základních hardwarových částí systému.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90847" y="5682972"/>
            <a:ext cx="1106482" cy="721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90847" y="6357314"/>
            <a:ext cx="2773006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Funkční prototyp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92899" y="6357314"/>
            <a:ext cx="3120902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UWB infrastruktura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94951" y="6357314"/>
            <a:ext cx="2247003" cy="4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PLAYGROUND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3969638" y="4666830"/>
            <a:ext cx="9990407" cy="9266102"/>
          </a:xfrm>
          <a:custGeom>
            <a:avLst/>
            <a:gdLst/>
            <a:ahLst/>
            <a:cxnLst/>
            <a:rect r="r" b="b" t="t" l="l"/>
            <a:pathLst>
              <a:path h="9266102" w="9990407">
                <a:moveTo>
                  <a:pt x="0" y="0"/>
                </a:moveTo>
                <a:lnTo>
                  <a:pt x="9990407" y="0"/>
                </a:lnTo>
                <a:lnTo>
                  <a:pt x="9990407" y="9266102"/>
                </a:lnTo>
                <a:lnTo>
                  <a:pt x="0" y="926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134744" y="-2575651"/>
            <a:ext cx="9990407" cy="9266102"/>
          </a:xfrm>
          <a:custGeom>
            <a:avLst/>
            <a:gdLst/>
            <a:ahLst/>
            <a:cxnLst/>
            <a:rect r="r" b="b" t="t" l="l"/>
            <a:pathLst>
              <a:path h="9266102" w="9990407">
                <a:moveTo>
                  <a:pt x="0" y="0"/>
                </a:moveTo>
                <a:lnTo>
                  <a:pt x="9990407" y="0"/>
                </a:lnTo>
                <a:lnTo>
                  <a:pt x="9990407" y="9266102"/>
                </a:lnTo>
                <a:lnTo>
                  <a:pt x="0" y="926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3966503" y="-3368396"/>
            <a:ext cx="9990407" cy="9266102"/>
          </a:xfrm>
          <a:custGeom>
            <a:avLst/>
            <a:gdLst/>
            <a:ahLst/>
            <a:cxnLst/>
            <a:rect r="r" b="b" t="t" l="l"/>
            <a:pathLst>
              <a:path h="9266102" w="9990407">
                <a:moveTo>
                  <a:pt x="0" y="0"/>
                </a:moveTo>
                <a:lnTo>
                  <a:pt x="9990406" y="0"/>
                </a:lnTo>
                <a:lnTo>
                  <a:pt x="9990406" y="9266102"/>
                </a:lnTo>
                <a:lnTo>
                  <a:pt x="0" y="926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957630" y="5022528"/>
            <a:ext cx="7736552" cy="7407749"/>
          </a:xfrm>
          <a:custGeom>
            <a:avLst/>
            <a:gdLst/>
            <a:ahLst/>
            <a:cxnLst/>
            <a:rect r="r" b="b" t="t" l="l"/>
            <a:pathLst>
              <a:path h="7407749" w="7736552">
                <a:moveTo>
                  <a:pt x="0" y="0"/>
                </a:moveTo>
                <a:lnTo>
                  <a:pt x="7736552" y="0"/>
                </a:lnTo>
                <a:lnTo>
                  <a:pt x="7736552" y="7407749"/>
                </a:lnTo>
                <a:lnTo>
                  <a:pt x="0" y="74077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6605895" y="-120972"/>
            <a:ext cx="8594883" cy="8229600"/>
          </a:xfrm>
          <a:custGeom>
            <a:avLst/>
            <a:gdLst/>
            <a:ahLst/>
            <a:cxnLst/>
            <a:rect r="r" b="b" t="t" l="l"/>
            <a:pathLst>
              <a:path h="8229600" w="8594883">
                <a:moveTo>
                  <a:pt x="0" y="0"/>
                </a:moveTo>
                <a:lnTo>
                  <a:pt x="8594882" y="0"/>
                </a:lnTo>
                <a:lnTo>
                  <a:pt x="85948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0903336" y="786757"/>
            <a:ext cx="6113417" cy="8471543"/>
            <a:chOff x="0" y="0"/>
            <a:chExt cx="4734560" cy="65608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6830" y="50800"/>
              <a:ext cx="4645660" cy="6473190"/>
            </a:xfrm>
            <a:custGeom>
              <a:avLst/>
              <a:gdLst/>
              <a:ahLst/>
              <a:cxnLst/>
              <a:rect r="r" b="b" t="t" l="l"/>
              <a:pathLst>
                <a:path h="6473190" w="4645660">
                  <a:moveTo>
                    <a:pt x="4368800" y="0"/>
                  </a:moveTo>
                  <a:lnTo>
                    <a:pt x="276860" y="0"/>
                  </a:lnTo>
                  <a:cubicBezTo>
                    <a:pt x="124460" y="0"/>
                    <a:pt x="0" y="123190"/>
                    <a:pt x="0" y="276860"/>
                  </a:cubicBezTo>
                  <a:lnTo>
                    <a:pt x="0" y="6196330"/>
                  </a:lnTo>
                  <a:cubicBezTo>
                    <a:pt x="0" y="6350000"/>
                    <a:pt x="124460" y="6473190"/>
                    <a:pt x="276860" y="6473190"/>
                  </a:cubicBezTo>
                  <a:lnTo>
                    <a:pt x="4368800" y="6473190"/>
                  </a:lnTo>
                  <a:cubicBezTo>
                    <a:pt x="4522470" y="6473190"/>
                    <a:pt x="4645660" y="6348730"/>
                    <a:pt x="4645660" y="6196330"/>
                  </a:cubicBezTo>
                  <a:lnTo>
                    <a:pt x="4645660" y="276860"/>
                  </a:lnTo>
                  <a:cubicBezTo>
                    <a:pt x="4645660" y="123190"/>
                    <a:pt x="4522470" y="0"/>
                    <a:pt x="4368800" y="0"/>
                  </a:cubicBezTo>
                  <a:close/>
                  <a:moveTo>
                    <a:pt x="4425950" y="6156960"/>
                  </a:moveTo>
                  <a:cubicBezTo>
                    <a:pt x="4425950" y="6212840"/>
                    <a:pt x="4380230" y="6258560"/>
                    <a:pt x="4324350" y="6258560"/>
                  </a:cubicBezTo>
                  <a:lnTo>
                    <a:pt x="321310" y="6258560"/>
                  </a:lnTo>
                  <a:cubicBezTo>
                    <a:pt x="265430" y="6258560"/>
                    <a:pt x="219710" y="6212840"/>
                    <a:pt x="219710" y="6156960"/>
                  </a:cubicBezTo>
                  <a:lnTo>
                    <a:pt x="219710" y="316230"/>
                  </a:lnTo>
                  <a:cubicBezTo>
                    <a:pt x="219710" y="260350"/>
                    <a:pt x="265430" y="214630"/>
                    <a:pt x="321310" y="214630"/>
                  </a:cubicBezTo>
                  <a:lnTo>
                    <a:pt x="4325620" y="214630"/>
                  </a:lnTo>
                  <a:cubicBezTo>
                    <a:pt x="4381500" y="214630"/>
                    <a:pt x="4427220" y="260350"/>
                    <a:pt x="4427220" y="316230"/>
                  </a:cubicBezTo>
                  <a:lnTo>
                    <a:pt x="4427220" y="61569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6511"/>
              <a:ext cx="4716780" cy="6544310"/>
            </a:xfrm>
            <a:custGeom>
              <a:avLst/>
              <a:gdLst/>
              <a:ahLst/>
              <a:cxnLst/>
              <a:rect r="r" b="b" t="t" l="l"/>
              <a:pathLst>
                <a:path h="6544310" w="4716780">
                  <a:moveTo>
                    <a:pt x="4395470" y="36829"/>
                  </a:moveTo>
                  <a:cubicBezTo>
                    <a:pt x="4552950" y="36829"/>
                    <a:pt x="4681220" y="165099"/>
                    <a:pt x="4681220" y="322579"/>
                  </a:cubicBezTo>
                  <a:lnTo>
                    <a:pt x="4681220" y="6222999"/>
                  </a:lnTo>
                  <a:cubicBezTo>
                    <a:pt x="4681220" y="6380479"/>
                    <a:pt x="4552950" y="6508750"/>
                    <a:pt x="4395470" y="6508750"/>
                  </a:cubicBezTo>
                  <a:lnTo>
                    <a:pt x="321310" y="6508750"/>
                  </a:lnTo>
                  <a:cubicBezTo>
                    <a:pt x="163830" y="6508750"/>
                    <a:pt x="35560" y="6380480"/>
                    <a:pt x="35560" y="6223000"/>
                  </a:cubicBezTo>
                  <a:lnTo>
                    <a:pt x="35560" y="322580"/>
                  </a:lnTo>
                  <a:cubicBezTo>
                    <a:pt x="35560" y="165100"/>
                    <a:pt x="163830" y="36830"/>
                    <a:pt x="321310" y="36830"/>
                  </a:cubicBezTo>
                  <a:lnTo>
                    <a:pt x="4395470" y="36830"/>
                  </a:lnTo>
                  <a:moveTo>
                    <a:pt x="4395470" y="0"/>
                  </a:moveTo>
                  <a:lnTo>
                    <a:pt x="321310" y="0"/>
                  </a:lnTo>
                  <a:cubicBezTo>
                    <a:pt x="143510" y="0"/>
                    <a:pt x="0" y="144780"/>
                    <a:pt x="0" y="322580"/>
                  </a:cubicBezTo>
                  <a:lnTo>
                    <a:pt x="0" y="6223000"/>
                  </a:lnTo>
                  <a:cubicBezTo>
                    <a:pt x="0" y="6400800"/>
                    <a:pt x="143510" y="6544309"/>
                    <a:pt x="321310" y="6544309"/>
                  </a:cubicBezTo>
                  <a:lnTo>
                    <a:pt x="4395470" y="6544309"/>
                  </a:lnTo>
                  <a:cubicBezTo>
                    <a:pt x="4573270" y="6544309"/>
                    <a:pt x="4716780" y="6400800"/>
                    <a:pt x="4716780" y="6223000"/>
                  </a:cubicBezTo>
                  <a:lnTo>
                    <a:pt x="4716780" y="322580"/>
                  </a:lnTo>
                  <a:cubicBezTo>
                    <a:pt x="4716780" y="144780"/>
                    <a:pt x="4573270" y="0"/>
                    <a:pt x="439547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6540" y="265430"/>
              <a:ext cx="4207510" cy="6043930"/>
            </a:xfrm>
            <a:custGeom>
              <a:avLst/>
              <a:gdLst/>
              <a:ahLst/>
              <a:cxnLst/>
              <a:rect r="r" b="b" t="t" l="l"/>
              <a:pathLst>
                <a:path h="6043930" w="4207510">
                  <a:moveTo>
                    <a:pt x="4206240" y="5942330"/>
                  </a:moveTo>
                  <a:cubicBezTo>
                    <a:pt x="4206240" y="5998210"/>
                    <a:pt x="4160520" y="6043930"/>
                    <a:pt x="4104640" y="6043930"/>
                  </a:cubicBezTo>
                  <a:lnTo>
                    <a:pt x="101600" y="6043930"/>
                  </a:lnTo>
                  <a:cubicBezTo>
                    <a:pt x="45720" y="6043930"/>
                    <a:pt x="0" y="5998210"/>
                    <a:pt x="0" y="5942330"/>
                  </a:cubicBezTo>
                  <a:lnTo>
                    <a:pt x="0" y="101600"/>
                  </a:lnTo>
                  <a:cubicBezTo>
                    <a:pt x="0" y="45720"/>
                    <a:pt x="45720" y="0"/>
                    <a:pt x="101600" y="0"/>
                  </a:cubicBezTo>
                  <a:lnTo>
                    <a:pt x="4105910" y="0"/>
                  </a:lnTo>
                  <a:cubicBezTo>
                    <a:pt x="4161790" y="0"/>
                    <a:pt x="4207510" y="45720"/>
                    <a:pt x="4207510" y="101600"/>
                  </a:cubicBezTo>
                  <a:lnTo>
                    <a:pt x="4207510" y="5942330"/>
                  </a:lnTo>
                  <a:close/>
                </a:path>
              </a:pathLst>
            </a:custGeom>
            <a:blipFill>
              <a:blip r:embed="rId4"/>
              <a:stretch>
                <a:fillRect l="0" t="0" r="-87161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953089" y="120650"/>
              <a:ext cx="76541" cy="76201"/>
            </a:xfrm>
            <a:custGeom>
              <a:avLst/>
              <a:gdLst/>
              <a:ahLst/>
              <a:cxnLst/>
              <a:rect r="r" b="b" t="t" l="l"/>
              <a:pathLst>
                <a:path h="76201" w="76541">
                  <a:moveTo>
                    <a:pt x="38271" y="0"/>
                  </a:moveTo>
                  <a:cubicBezTo>
                    <a:pt x="24619" y="-61"/>
                    <a:pt x="11977" y="7187"/>
                    <a:pt x="5133" y="19001"/>
                  </a:cubicBezTo>
                  <a:cubicBezTo>
                    <a:pt x="-1711" y="30814"/>
                    <a:pt x="-1711" y="45386"/>
                    <a:pt x="5133" y="57199"/>
                  </a:cubicBezTo>
                  <a:cubicBezTo>
                    <a:pt x="11977" y="69013"/>
                    <a:pt x="24619" y="76261"/>
                    <a:pt x="38271" y="76200"/>
                  </a:cubicBezTo>
                  <a:cubicBezTo>
                    <a:pt x="51923" y="76261"/>
                    <a:pt x="64565" y="69013"/>
                    <a:pt x="71409" y="57199"/>
                  </a:cubicBezTo>
                  <a:cubicBezTo>
                    <a:pt x="78253" y="45386"/>
                    <a:pt x="78253" y="30814"/>
                    <a:pt x="71409" y="19001"/>
                  </a:cubicBezTo>
                  <a:cubicBezTo>
                    <a:pt x="64565" y="7187"/>
                    <a:pt x="51923" y="-61"/>
                    <a:pt x="38271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121925" y="104139"/>
              <a:ext cx="109709" cy="109221"/>
            </a:xfrm>
            <a:custGeom>
              <a:avLst/>
              <a:gdLst/>
              <a:ahLst/>
              <a:cxnLst/>
              <a:rect r="r" b="b" t="t" l="l"/>
              <a:pathLst>
                <a:path h="109221" w="109709">
                  <a:moveTo>
                    <a:pt x="54855" y="1"/>
                  </a:moveTo>
                  <a:cubicBezTo>
                    <a:pt x="35287" y="-87"/>
                    <a:pt x="17167" y="10303"/>
                    <a:pt x="7357" y="27235"/>
                  </a:cubicBezTo>
                  <a:cubicBezTo>
                    <a:pt x="-2452" y="44168"/>
                    <a:pt x="-2452" y="65054"/>
                    <a:pt x="7357" y="81987"/>
                  </a:cubicBezTo>
                  <a:cubicBezTo>
                    <a:pt x="17167" y="98919"/>
                    <a:pt x="35287" y="109309"/>
                    <a:pt x="54855" y="109221"/>
                  </a:cubicBezTo>
                  <a:cubicBezTo>
                    <a:pt x="74423" y="109309"/>
                    <a:pt x="92543" y="98919"/>
                    <a:pt x="102352" y="81987"/>
                  </a:cubicBezTo>
                  <a:cubicBezTo>
                    <a:pt x="112162" y="65054"/>
                    <a:pt x="112162" y="44168"/>
                    <a:pt x="102352" y="27235"/>
                  </a:cubicBezTo>
                  <a:cubicBezTo>
                    <a:pt x="92543" y="10303"/>
                    <a:pt x="74423" y="-87"/>
                    <a:pt x="54855" y="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330313" y="128270"/>
              <a:ext cx="61233" cy="60961"/>
            </a:xfrm>
            <a:custGeom>
              <a:avLst/>
              <a:gdLst/>
              <a:ahLst/>
              <a:cxnLst/>
              <a:rect r="r" b="b" t="t" l="l"/>
              <a:pathLst>
                <a:path h="60961" w="61233">
                  <a:moveTo>
                    <a:pt x="30617" y="0"/>
                  </a:moveTo>
                  <a:cubicBezTo>
                    <a:pt x="19695" y="-49"/>
                    <a:pt x="9582" y="5750"/>
                    <a:pt x="4107" y="15201"/>
                  </a:cubicBezTo>
                  <a:cubicBezTo>
                    <a:pt x="-1369" y="24651"/>
                    <a:pt x="-1369" y="36309"/>
                    <a:pt x="4107" y="45759"/>
                  </a:cubicBezTo>
                  <a:cubicBezTo>
                    <a:pt x="9582" y="55210"/>
                    <a:pt x="19695" y="61009"/>
                    <a:pt x="30617" y="60960"/>
                  </a:cubicBezTo>
                  <a:cubicBezTo>
                    <a:pt x="41539" y="61009"/>
                    <a:pt x="51652" y="55210"/>
                    <a:pt x="57127" y="45759"/>
                  </a:cubicBezTo>
                  <a:cubicBezTo>
                    <a:pt x="62602" y="36309"/>
                    <a:pt x="62602" y="24651"/>
                    <a:pt x="57127" y="15201"/>
                  </a:cubicBezTo>
                  <a:cubicBezTo>
                    <a:pt x="51652" y="5750"/>
                    <a:pt x="41539" y="-49"/>
                    <a:pt x="30617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346897" y="144780"/>
              <a:ext cx="28065" cy="27940"/>
            </a:xfrm>
            <a:custGeom>
              <a:avLst/>
              <a:gdLst/>
              <a:ahLst/>
              <a:cxnLst/>
              <a:rect r="r" b="b" t="t" l="l"/>
              <a:pathLst>
                <a:path h="27940" w="28065">
                  <a:moveTo>
                    <a:pt x="14033" y="0"/>
                  </a:moveTo>
                  <a:cubicBezTo>
                    <a:pt x="9027" y="-22"/>
                    <a:pt x="4392" y="2635"/>
                    <a:pt x="1882" y="6967"/>
                  </a:cubicBezTo>
                  <a:cubicBezTo>
                    <a:pt x="-627" y="11298"/>
                    <a:pt x="-627" y="16642"/>
                    <a:pt x="1882" y="20973"/>
                  </a:cubicBezTo>
                  <a:cubicBezTo>
                    <a:pt x="4392" y="25305"/>
                    <a:pt x="9027" y="27962"/>
                    <a:pt x="14033" y="27940"/>
                  </a:cubicBezTo>
                  <a:cubicBezTo>
                    <a:pt x="19039" y="27962"/>
                    <a:pt x="23674" y="25305"/>
                    <a:pt x="26184" y="20973"/>
                  </a:cubicBezTo>
                  <a:cubicBezTo>
                    <a:pt x="28693" y="16642"/>
                    <a:pt x="28693" y="11298"/>
                    <a:pt x="26184" y="6967"/>
                  </a:cubicBezTo>
                  <a:cubicBezTo>
                    <a:pt x="23674" y="2635"/>
                    <a:pt x="19039" y="-22"/>
                    <a:pt x="14033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344386" y="144780"/>
              <a:ext cx="15308" cy="15240"/>
            </a:xfrm>
            <a:custGeom>
              <a:avLst/>
              <a:gdLst/>
              <a:ahLst/>
              <a:cxnLst/>
              <a:rect r="r" b="b" t="t" l="l"/>
              <a:pathLst>
                <a:path h="15240" w="15308">
                  <a:moveTo>
                    <a:pt x="7654" y="0"/>
                  </a:moveTo>
                  <a:cubicBezTo>
                    <a:pt x="4924" y="-12"/>
                    <a:pt x="2395" y="1437"/>
                    <a:pt x="1026" y="3800"/>
                  </a:cubicBezTo>
                  <a:cubicBezTo>
                    <a:pt x="-342" y="6163"/>
                    <a:pt x="-342" y="9077"/>
                    <a:pt x="1026" y="11440"/>
                  </a:cubicBezTo>
                  <a:cubicBezTo>
                    <a:pt x="2395" y="13803"/>
                    <a:pt x="4924" y="15252"/>
                    <a:pt x="7654" y="15240"/>
                  </a:cubicBezTo>
                  <a:cubicBezTo>
                    <a:pt x="10384" y="15252"/>
                    <a:pt x="12913" y="13803"/>
                    <a:pt x="14281" y="11440"/>
                  </a:cubicBezTo>
                  <a:cubicBezTo>
                    <a:pt x="15650" y="9077"/>
                    <a:pt x="15650" y="6163"/>
                    <a:pt x="14281" y="3800"/>
                  </a:cubicBezTo>
                  <a:cubicBezTo>
                    <a:pt x="12913" y="1437"/>
                    <a:pt x="10384" y="-12"/>
                    <a:pt x="7654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716780" y="534670"/>
              <a:ext cx="16622" cy="278130"/>
            </a:xfrm>
            <a:custGeom>
              <a:avLst/>
              <a:gdLst/>
              <a:ahLst/>
              <a:cxnLst/>
              <a:rect r="r" b="b" t="t" l="l"/>
              <a:pathLst>
                <a:path h="278130" w="16622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716780" y="861060"/>
              <a:ext cx="16622" cy="278130"/>
            </a:xfrm>
            <a:custGeom>
              <a:avLst/>
              <a:gdLst/>
              <a:ahLst/>
              <a:cxnLst/>
              <a:rect r="r" b="b" t="t" l="l"/>
              <a:pathLst>
                <a:path h="278130" w="16622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064000" y="-113"/>
              <a:ext cx="320040" cy="16623"/>
            </a:xfrm>
            <a:custGeom>
              <a:avLst/>
              <a:gdLst/>
              <a:ahLst/>
              <a:cxnLst/>
              <a:rect r="r" b="b" t="t" l="l"/>
              <a:pathLst>
                <a:path h="16623" w="320040">
                  <a:moveTo>
                    <a:pt x="0" y="16623"/>
                  </a:moveTo>
                  <a:lnTo>
                    <a:pt x="320040" y="16623"/>
                  </a:lnTo>
                  <a:cubicBezTo>
                    <a:pt x="320040" y="-2427"/>
                    <a:pt x="304800" y="113"/>
                    <a:pt x="285750" y="113"/>
                  </a:cubicBezTo>
                  <a:lnTo>
                    <a:pt x="34290" y="113"/>
                  </a:lnTo>
                  <a:cubicBezTo>
                    <a:pt x="15240" y="113"/>
                    <a:pt x="0" y="-2427"/>
                    <a:pt x="0" y="16623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71247" y="4666830"/>
            <a:ext cx="3278799" cy="4277145"/>
            <a:chOff x="0" y="0"/>
            <a:chExt cx="999092" cy="13033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9092" cy="1303301"/>
            </a:xfrm>
            <a:custGeom>
              <a:avLst/>
              <a:gdLst/>
              <a:ahLst/>
              <a:cxnLst/>
              <a:rect r="r" b="b" t="t" l="l"/>
              <a:pathLst>
                <a:path h="1303301" w="999092">
                  <a:moveTo>
                    <a:pt x="59030" y="0"/>
                  </a:moveTo>
                  <a:lnTo>
                    <a:pt x="940062" y="0"/>
                  </a:lnTo>
                  <a:cubicBezTo>
                    <a:pt x="955717" y="0"/>
                    <a:pt x="970732" y="6219"/>
                    <a:pt x="981802" y="17290"/>
                  </a:cubicBezTo>
                  <a:cubicBezTo>
                    <a:pt x="992873" y="28360"/>
                    <a:pt x="999092" y="43374"/>
                    <a:pt x="999092" y="59030"/>
                  </a:cubicBezTo>
                  <a:lnTo>
                    <a:pt x="999092" y="1244271"/>
                  </a:lnTo>
                  <a:cubicBezTo>
                    <a:pt x="999092" y="1276872"/>
                    <a:pt x="972663" y="1303301"/>
                    <a:pt x="940062" y="1303301"/>
                  </a:cubicBezTo>
                  <a:lnTo>
                    <a:pt x="59030" y="1303301"/>
                  </a:lnTo>
                  <a:cubicBezTo>
                    <a:pt x="26429" y="1303301"/>
                    <a:pt x="0" y="1276872"/>
                    <a:pt x="0" y="1244271"/>
                  </a:cubicBezTo>
                  <a:lnTo>
                    <a:pt x="0" y="59030"/>
                  </a:lnTo>
                  <a:cubicBezTo>
                    <a:pt x="0" y="26429"/>
                    <a:pt x="26429" y="0"/>
                    <a:pt x="590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99092" cy="1350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12561" y="4666830"/>
            <a:ext cx="3278799" cy="4277145"/>
            <a:chOff x="0" y="0"/>
            <a:chExt cx="999092" cy="130330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9092" cy="1303301"/>
            </a:xfrm>
            <a:custGeom>
              <a:avLst/>
              <a:gdLst/>
              <a:ahLst/>
              <a:cxnLst/>
              <a:rect r="r" b="b" t="t" l="l"/>
              <a:pathLst>
                <a:path h="1303301" w="999092">
                  <a:moveTo>
                    <a:pt x="59030" y="0"/>
                  </a:moveTo>
                  <a:lnTo>
                    <a:pt x="940062" y="0"/>
                  </a:lnTo>
                  <a:cubicBezTo>
                    <a:pt x="955717" y="0"/>
                    <a:pt x="970732" y="6219"/>
                    <a:pt x="981802" y="17290"/>
                  </a:cubicBezTo>
                  <a:cubicBezTo>
                    <a:pt x="992873" y="28360"/>
                    <a:pt x="999092" y="43374"/>
                    <a:pt x="999092" y="59030"/>
                  </a:cubicBezTo>
                  <a:lnTo>
                    <a:pt x="999092" y="1244271"/>
                  </a:lnTo>
                  <a:cubicBezTo>
                    <a:pt x="999092" y="1276872"/>
                    <a:pt x="972663" y="1303301"/>
                    <a:pt x="940062" y="1303301"/>
                  </a:cubicBezTo>
                  <a:lnTo>
                    <a:pt x="59030" y="1303301"/>
                  </a:lnTo>
                  <a:cubicBezTo>
                    <a:pt x="26429" y="1303301"/>
                    <a:pt x="0" y="1276872"/>
                    <a:pt x="0" y="1244271"/>
                  </a:cubicBezTo>
                  <a:lnTo>
                    <a:pt x="0" y="59030"/>
                  </a:lnTo>
                  <a:cubicBezTo>
                    <a:pt x="0" y="26429"/>
                    <a:pt x="26429" y="0"/>
                    <a:pt x="590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99092" cy="1350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170270" y="4666830"/>
            <a:ext cx="3278799" cy="4277145"/>
            <a:chOff x="0" y="0"/>
            <a:chExt cx="999092" cy="130330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99092" cy="1303301"/>
            </a:xfrm>
            <a:custGeom>
              <a:avLst/>
              <a:gdLst/>
              <a:ahLst/>
              <a:cxnLst/>
              <a:rect r="r" b="b" t="t" l="l"/>
              <a:pathLst>
                <a:path h="1303301" w="999092">
                  <a:moveTo>
                    <a:pt x="59030" y="0"/>
                  </a:moveTo>
                  <a:lnTo>
                    <a:pt x="940062" y="0"/>
                  </a:lnTo>
                  <a:cubicBezTo>
                    <a:pt x="955717" y="0"/>
                    <a:pt x="970732" y="6219"/>
                    <a:pt x="981802" y="17290"/>
                  </a:cubicBezTo>
                  <a:cubicBezTo>
                    <a:pt x="992873" y="28360"/>
                    <a:pt x="999092" y="43374"/>
                    <a:pt x="999092" y="59030"/>
                  </a:cubicBezTo>
                  <a:lnTo>
                    <a:pt x="999092" y="1244271"/>
                  </a:lnTo>
                  <a:cubicBezTo>
                    <a:pt x="999092" y="1276872"/>
                    <a:pt x="972663" y="1303301"/>
                    <a:pt x="940062" y="1303301"/>
                  </a:cubicBezTo>
                  <a:lnTo>
                    <a:pt x="59030" y="1303301"/>
                  </a:lnTo>
                  <a:cubicBezTo>
                    <a:pt x="26429" y="1303301"/>
                    <a:pt x="0" y="1276872"/>
                    <a:pt x="0" y="1244271"/>
                  </a:cubicBezTo>
                  <a:lnTo>
                    <a:pt x="0" y="59030"/>
                  </a:lnTo>
                  <a:cubicBezTo>
                    <a:pt x="0" y="26429"/>
                    <a:pt x="26429" y="0"/>
                    <a:pt x="590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99092" cy="1350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8" id="28"/>
          <p:cNvSpPr/>
          <p:nvPr/>
        </p:nvSpPr>
        <p:spPr>
          <a:xfrm>
            <a:off x="-693513" y="3979541"/>
            <a:ext cx="10503182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8657350" y="6954981"/>
            <a:ext cx="2304639" cy="60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Rozšíření o nové herní módy a funkce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99641" y="6954981"/>
            <a:ext cx="2304639" cy="60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Přesná lokalizace hráče v prostoru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58327" y="6954981"/>
            <a:ext cx="2304639" cy="60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1600">
                <a:solidFill>
                  <a:srgbClr val="555555"/>
                </a:solidFill>
                <a:latin typeface="DM Sans"/>
                <a:ea typeface="DM Sans"/>
                <a:cs typeface="DM Sans"/>
                <a:sym typeface="DM Sans"/>
              </a:rPr>
              <a:t>Osazení a oživení nové verze hůlky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05524" y="1813714"/>
            <a:ext cx="8923216" cy="770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80"/>
              </a:lnSpc>
              <a:spcBef>
                <a:spcPct val="0"/>
              </a:spcBef>
            </a:pPr>
            <a:r>
              <a:rPr lang="en-US" sz="7000">
                <a:solidFill>
                  <a:srgbClr val="FFFFFF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BUDOUCÍ</a:t>
            </a:r>
            <a:r>
              <a:rPr lang="en-US" sz="7000" strike="noStrike" u="none">
                <a:solidFill>
                  <a:srgbClr val="FFFFFF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 VÝVOJ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24788" y="5289228"/>
            <a:ext cx="2371717" cy="1464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01 Dokončení PCB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34989" y="5289228"/>
            <a:ext cx="2233944" cy="1464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02 Integrace UWB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692697" y="5289228"/>
            <a:ext cx="2233944" cy="1464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03 Herní mechaniky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9599056" y="7347530"/>
            <a:ext cx="8280581" cy="7680238"/>
          </a:xfrm>
          <a:custGeom>
            <a:avLst/>
            <a:gdLst/>
            <a:ahLst/>
            <a:cxnLst/>
            <a:rect r="r" b="b" t="t" l="l"/>
            <a:pathLst>
              <a:path h="7680238" w="8280581">
                <a:moveTo>
                  <a:pt x="0" y="0"/>
                </a:moveTo>
                <a:lnTo>
                  <a:pt x="8280580" y="0"/>
                </a:lnTo>
                <a:lnTo>
                  <a:pt x="8280580" y="7680238"/>
                </a:lnTo>
                <a:lnTo>
                  <a:pt x="0" y="7680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09280" y="6084963"/>
            <a:ext cx="5403739" cy="5174080"/>
          </a:xfrm>
          <a:custGeom>
            <a:avLst/>
            <a:gdLst/>
            <a:ahLst/>
            <a:cxnLst/>
            <a:rect r="r" b="b" t="t" l="l"/>
            <a:pathLst>
              <a:path h="5174080" w="5403739">
                <a:moveTo>
                  <a:pt x="0" y="0"/>
                </a:moveTo>
                <a:lnTo>
                  <a:pt x="5403738" y="0"/>
                </a:lnTo>
                <a:lnTo>
                  <a:pt x="5403738" y="5174080"/>
                </a:lnTo>
                <a:lnTo>
                  <a:pt x="0" y="517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4436442" y="-2259467"/>
            <a:ext cx="8872884" cy="8229600"/>
          </a:xfrm>
          <a:custGeom>
            <a:avLst/>
            <a:gdLst/>
            <a:ahLst/>
            <a:cxnLst/>
            <a:rect r="r" b="b" t="t" l="l"/>
            <a:pathLst>
              <a:path h="8229600" w="8872884">
                <a:moveTo>
                  <a:pt x="0" y="0"/>
                </a:moveTo>
                <a:lnTo>
                  <a:pt x="8872884" y="0"/>
                </a:lnTo>
                <a:lnTo>
                  <a:pt x="88728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3164008" y="-3268741"/>
            <a:ext cx="8594883" cy="8229600"/>
          </a:xfrm>
          <a:custGeom>
            <a:avLst/>
            <a:gdLst/>
            <a:ahLst/>
            <a:cxnLst/>
            <a:rect r="r" b="b" t="t" l="l"/>
            <a:pathLst>
              <a:path h="8229600" w="8594883">
                <a:moveTo>
                  <a:pt x="0" y="0"/>
                </a:moveTo>
                <a:lnTo>
                  <a:pt x="8594883" y="0"/>
                </a:lnTo>
                <a:lnTo>
                  <a:pt x="859488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560524" y="5143500"/>
            <a:ext cx="7096674" cy="6795066"/>
          </a:xfrm>
          <a:custGeom>
            <a:avLst/>
            <a:gdLst/>
            <a:ahLst/>
            <a:cxnLst/>
            <a:rect r="r" b="b" t="t" l="l"/>
            <a:pathLst>
              <a:path h="6795066" w="7096674">
                <a:moveTo>
                  <a:pt x="0" y="0"/>
                </a:moveTo>
                <a:lnTo>
                  <a:pt x="7096674" y="0"/>
                </a:lnTo>
                <a:lnTo>
                  <a:pt x="7096674" y="6795066"/>
                </a:lnTo>
                <a:lnTo>
                  <a:pt x="0" y="6795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25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9599056" y="7347530"/>
            <a:ext cx="8280581" cy="7680238"/>
          </a:xfrm>
          <a:custGeom>
            <a:avLst/>
            <a:gdLst/>
            <a:ahLst/>
            <a:cxnLst/>
            <a:rect r="r" b="b" t="t" l="l"/>
            <a:pathLst>
              <a:path h="7680238" w="8280581">
                <a:moveTo>
                  <a:pt x="0" y="0"/>
                </a:moveTo>
                <a:lnTo>
                  <a:pt x="8280580" y="0"/>
                </a:lnTo>
                <a:lnTo>
                  <a:pt x="8280580" y="7680238"/>
                </a:lnTo>
                <a:lnTo>
                  <a:pt x="0" y="7680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09280" y="6084963"/>
            <a:ext cx="5403739" cy="5174080"/>
          </a:xfrm>
          <a:custGeom>
            <a:avLst/>
            <a:gdLst/>
            <a:ahLst/>
            <a:cxnLst/>
            <a:rect r="r" b="b" t="t" l="l"/>
            <a:pathLst>
              <a:path h="5174080" w="5403739">
                <a:moveTo>
                  <a:pt x="0" y="0"/>
                </a:moveTo>
                <a:lnTo>
                  <a:pt x="5403738" y="0"/>
                </a:lnTo>
                <a:lnTo>
                  <a:pt x="5403738" y="5174080"/>
                </a:lnTo>
                <a:lnTo>
                  <a:pt x="0" y="517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4436442" y="-2259467"/>
            <a:ext cx="8872884" cy="8229600"/>
          </a:xfrm>
          <a:custGeom>
            <a:avLst/>
            <a:gdLst/>
            <a:ahLst/>
            <a:cxnLst/>
            <a:rect r="r" b="b" t="t" l="l"/>
            <a:pathLst>
              <a:path h="8229600" w="8872884">
                <a:moveTo>
                  <a:pt x="0" y="0"/>
                </a:moveTo>
                <a:lnTo>
                  <a:pt x="8872884" y="0"/>
                </a:lnTo>
                <a:lnTo>
                  <a:pt x="88728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3164008" y="-3268741"/>
            <a:ext cx="8594883" cy="8229600"/>
          </a:xfrm>
          <a:custGeom>
            <a:avLst/>
            <a:gdLst/>
            <a:ahLst/>
            <a:cxnLst/>
            <a:rect r="r" b="b" t="t" l="l"/>
            <a:pathLst>
              <a:path h="8229600" w="8594883">
                <a:moveTo>
                  <a:pt x="0" y="0"/>
                </a:moveTo>
                <a:lnTo>
                  <a:pt x="8594883" y="0"/>
                </a:lnTo>
                <a:lnTo>
                  <a:pt x="859488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-1560524" y="5143500"/>
            <a:ext cx="7096674" cy="6795066"/>
          </a:xfrm>
          <a:custGeom>
            <a:avLst/>
            <a:gdLst/>
            <a:ahLst/>
            <a:cxnLst/>
            <a:rect r="r" b="b" t="t" l="l"/>
            <a:pathLst>
              <a:path h="6795066" w="7096674">
                <a:moveTo>
                  <a:pt x="0" y="0"/>
                </a:moveTo>
                <a:lnTo>
                  <a:pt x="7096674" y="0"/>
                </a:lnTo>
                <a:lnTo>
                  <a:pt x="7096674" y="6795066"/>
                </a:lnTo>
                <a:lnTo>
                  <a:pt x="0" y="6795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71248" y="3819552"/>
            <a:ext cx="8945505" cy="3495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18000">
                <a:solidFill>
                  <a:srgbClr val="FFFFFF"/>
                </a:solidFill>
                <a:latin typeface="Alternate Gothic No3"/>
                <a:ea typeface="Alternate Gothic No3"/>
                <a:cs typeface="Alternate Gothic No3"/>
                <a:sym typeface="Alternate Gothic No3"/>
              </a:rPr>
              <a:t>DĚKUJI ZA POZORNOST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DAHL4pbMnKM</dc:identifier>
  <dcterms:modified xsi:type="dcterms:W3CDTF">2011-08-01T06:04:30Z</dcterms:modified>
  <cp:revision>1</cp:revision>
  <dc:title>LASERWANDS</dc:title>
</cp:coreProperties>
</file>